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1" r:id="rId10"/>
    <p:sldId id="265" r:id="rId26"/>
    <p:sldId id="266" r:id="rId27"/>
    <p:sldId id="267" r:id="rId28"/>
    <p:sldId id="260" r:id="rId9"/>
    <p:sldId id="262" r:id="rId11"/>
    <p:sldId id="268" r:id="rId29"/>
    <p:sldId id="263" r:id="rId12"/>
    <p:sldId id="264" r:id="rId13"/>
  </p:sldIdLst>
  <p:sldSz cy="6858000" cx="12192000"/>
  <p:notesSz cx="6858000" cy="9144000"/>
  <p:embeddedFontLst>
    <p:embeddedFont>
      <p:font typeface="Poppins"/>
      <p:regular r:id="rId14"/>
      <p:bold r:id="rId15"/>
      <p:italic r:id="rId16"/>
      <p:boldItalic r:id="rId17"/>
    </p:embeddedFont>
    <p:embeddedFont>
      <p:font typeface="Poppins Light"/>
      <p:regular r:id="rId18"/>
      <p:bold r:id="rId19"/>
      <p:italic r:id="rId20"/>
      <p:boldItalic r:id="rId21"/>
    </p:embeddedFont>
    <p:embeddedFont>
      <p:font typeface="Poppins Black"/>
      <p:bold r:id="rId22"/>
      <p:boldItalic r:id="rId23"/>
    </p:embeddedFont>
    <p:embeddedFont>
      <p:font typeface="Poppins ExtraBold"/>
      <p:bold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PoppinsLight-italic.fntdata"/><Relationship Id="rId22" Type="http://schemas.openxmlformats.org/officeDocument/2006/relationships/font" Target="fonts/PoppinsBlack-bold.fntdata"/><Relationship Id="rId21" Type="http://schemas.openxmlformats.org/officeDocument/2006/relationships/font" Target="fonts/PoppinsLight-boldItalic.fntdata"/><Relationship Id="rId24" Type="http://schemas.openxmlformats.org/officeDocument/2006/relationships/font" Target="fonts/PoppinsExtraBold-bold.fntdata"/><Relationship Id="rId23" Type="http://schemas.openxmlformats.org/officeDocument/2006/relationships/font" Target="fonts/PoppinsBlack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schemas.openxmlformats.org/officeDocument/2006/relationships/font" Target="fonts/PoppinsExtraBold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font" Target="fonts/Poppins-bold.fntdata"/><Relationship Id="rId14" Type="http://schemas.openxmlformats.org/officeDocument/2006/relationships/font" Target="fonts/Poppins-regular.fntdata"/><Relationship Id="rId17" Type="http://schemas.openxmlformats.org/officeDocument/2006/relationships/font" Target="fonts/Poppins-boldItalic.fntdata"/><Relationship Id="rId16" Type="http://schemas.openxmlformats.org/officeDocument/2006/relationships/font" Target="fonts/Poppins-italic.fntdata"/><Relationship Id="rId19" Type="http://schemas.openxmlformats.org/officeDocument/2006/relationships/font" Target="fonts/PoppinsLight-bold.fntdata"/><Relationship Id="rId18" Type="http://schemas.openxmlformats.org/officeDocument/2006/relationships/font" Target="fonts/PoppinsLight-regular.fntdata"/>  <Relationship Id="rId26" Type="http://schemas.openxmlformats.org/officeDocument/2006/relationships/slide" Target="slides/slide10.xml"/>
  <Relationship Id="rId27" Type="http://schemas.openxmlformats.org/officeDocument/2006/relationships/slide" Target="slides/slide11.xml"/>
  <Relationship Id="rId28" Type="http://schemas.openxmlformats.org/officeDocument/2006/relationships/slide" Target="slides/slide12.xml"/>
  <Relationship Id="rId29" Type="http://schemas.openxmlformats.org/officeDocument/2006/relationships/slide" Target="slides/slide1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MY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fb78c62db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g3fb78c62db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3fb68e58610_1_26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g3fb68e58610_1_26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3fb68e58610_1_34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g3fb68e58610_1_34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Relationship Id="rId8" Type="http://schemas.openxmlformats.org/officeDocument/2006/relationships/hyperlink" Target="http://interledger.org" TargetMode="Externa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 Slide">
  <p:cSld name="4_Title Slid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Google Shape;14;p2"/>
          <p:cNvSpPr txBox="1"/>
          <p:nvPr>
            <p:ph idx="1" type="body"/>
          </p:nvPr>
        </p:nvSpPr>
        <p:spPr>
          <a:xfrm>
            <a:off x="436201" y="1636170"/>
            <a:ext cx="5439809" cy="228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b="1" i="0" sz="66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2" type="body"/>
          </p:nvPr>
        </p:nvSpPr>
        <p:spPr>
          <a:xfrm>
            <a:off x="656622" y="4032642"/>
            <a:ext cx="5219383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6" name="Google Shape;16;p2"/>
          <p:cNvCxnSpPr/>
          <p:nvPr/>
        </p:nvCxnSpPr>
        <p:spPr>
          <a:xfrm>
            <a:off x="580422" y="4124496"/>
            <a:ext cx="0" cy="2880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" name="Google Shape;17;p2"/>
          <p:cNvSpPr txBox="1"/>
          <p:nvPr>
            <p:ph idx="3" type="body"/>
          </p:nvPr>
        </p:nvSpPr>
        <p:spPr>
          <a:xfrm>
            <a:off x="549322" y="6031214"/>
            <a:ext cx="1862508" cy="338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2921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2921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2921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2921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4" type="body"/>
          </p:nvPr>
        </p:nvSpPr>
        <p:spPr>
          <a:xfrm>
            <a:off x="2408168" y="6031214"/>
            <a:ext cx="1862508" cy="338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2921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2921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2921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2921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19" name="Google Shape;19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6201" y="382350"/>
            <a:ext cx="2695188" cy="80937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2"/>
          <p:cNvGrpSpPr/>
          <p:nvPr/>
        </p:nvGrpSpPr>
        <p:grpSpPr>
          <a:xfrm>
            <a:off x="0" y="5218315"/>
            <a:ext cx="2600323" cy="385327"/>
            <a:chOff x="0" y="9303775"/>
            <a:chExt cx="8073390" cy="1196350"/>
          </a:xfrm>
        </p:grpSpPr>
        <p:sp>
          <p:nvSpPr>
            <p:cNvPr id="21" name="Google Shape;21;p2"/>
            <p:cNvSpPr/>
            <p:nvPr/>
          </p:nvSpPr>
          <p:spPr>
            <a:xfrm>
              <a:off x="0" y="9303775"/>
              <a:ext cx="6877684" cy="1196340"/>
            </a:xfrm>
            <a:custGeom>
              <a:rect b="b" l="l" r="r" t="t"/>
              <a:pathLst>
                <a:path extrusionOk="0" h="1196340" w="6877684">
                  <a:moveTo>
                    <a:pt x="0" y="1195974"/>
                  </a:moveTo>
                  <a:lnTo>
                    <a:pt x="6877060" y="1195974"/>
                  </a:lnTo>
                  <a:lnTo>
                    <a:pt x="6877060" y="0"/>
                  </a:lnTo>
                  <a:lnTo>
                    <a:pt x="0" y="0"/>
                  </a:lnTo>
                  <a:lnTo>
                    <a:pt x="0" y="1195974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268770" y="9586588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17"/>
                  </a:moveTo>
                  <a:lnTo>
                    <a:pt x="0" y="0"/>
                  </a:lnTo>
                  <a:lnTo>
                    <a:pt x="0" y="611847"/>
                  </a:lnTo>
                  <a:lnTo>
                    <a:pt x="394309" y="305917"/>
                  </a:lnTo>
                  <a:close/>
                </a:path>
                <a:path extrusionOk="0" h="612140" w="6324600">
                  <a:moveTo>
                    <a:pt x="933411" y="305917"/>
                  </a:moveTo>
                  <a:lnTo>
                    <a:pt x="539115" y="0"/>
                  </a:lnTo>
                  <a:lnTo>
                    <a:pt x="539115" y="611847"/>
                  </a:lnTo>
                  <a:lnTo>
                    <a:pt x="933411" y="305917"/>
                  </a:lnTo>
                  <a:close/>
                </a:path>
                <a:path extrusionOk="0" h="612140" w="6324600">
                  <a:moveTo>
                    <a:pt x="1472526" y="305917"/>
                  </a:moveTo>
                  <a:lnTo>
                    <a:pt x="1078230" y="0"/>
                  </a:lnTo>
                  <a:lnTo>
                    <a:pt x="1078230" y="611847"/>
                  </a:lnTo>
                  <a:lnTo>
                    <a:pt x="1472526" y="305917"/>
                  </a:lnTo>
                  <a:close/>
                </a:path>
                <a:path extrusionOk="0" h="612140" w="6324600">
                  <a:moveTo>
                    <a:pt x="2011629" y="305917"/>
                  </a:moveTo>
                  <a:lnTo>
                    <a:pt x="1617332" y="0"/>
                  </a:lnTo>
                  <a:lnTo>
                    <a:pt x="1617332" y="611847"/>
                  </a:lnTo>
                  <a:lnTo>
                    <a:pt x="2011629" y="305917"/>
                  </a:lnTo>
                  <a:close/>
                </a:path>
                <a:path extrusionOk="0" h="612140" w="6324600">
                  <a:moveTo>
                    <a:pt x="2550744" y="305917"/>
                  </a:moveTo>
                  <a:lnTo>
                    <a:pt x="2156447" y="0"/>
                  </a:lnTo>
                  <a:lnTo>
                    <a:pt x="2156447" y="611847"/>
                  </a:lnTo>
                  <a:lnTo>
                    <a:pt x="2550744" y="305917"/>
                  </a:lnTo>
                  <a:close/>
                </a:path>
                <a:path extrusionOk="0" h="612140" w="6324600">
                  <a:moveTo>
                    <a:pt x="3089846" y="305917"/>
                  </a:moveTo>
                  <a:lnTo>
                    <a:pt x="2695549" y="0"/>
                  </a:lnTo>
                  <a:lnTo>
                    <a:pt x="2695549" y="611847"/>
                  </a:lnTo>
                  <a:lnTo>
                    <a:pt x="3089846" y="305917"/>
                  </a:lnTo>
                  <a:close/>
                </a:path>
                <a:path extrusionOk="0" h="612140" w="6324600">
                  <a:moveTo>
                    <a:pt x="3628961" y="305917"/>
                  </a:moveTo>
                  <a:lnTo>
                    <a:pt x="3234664" y="0"/>
                  </a:lnTo>
                  <a:lnTo>
                    <a:pt x="3234664" y="611847"/>
                  </a:lnTo>
                  <a:lnTo>
                    <a:pt x="3628961" y="305917"/>
                  </a:lnTo>
                  <a:close/>
                </a:path>
                <a:path extrusionOk="0" h="612140" w="6324600">
                  <a:moveTo>
                    <a:pt x="4168076" y="305917"/>
                  </a:moveTo>
                  <a:lnTo>
                    <a:pt x="3773767" y="0"/>
                  </a:lnTo>
                  <a:lnTo>
                    <a:pt x="3773767" y="611847"/>
                  </a:lnTo>
                  <a:lnTo>
                    <a:pt x="4168076" y="305917"/>
                  </a:lnTo>
                  <a:close/>
                </a:path>
                <a:path extrusionOk="0" h="612140" w="6324600">
                  <a:moveTo>
                    <a:pt x="4707179" y="305917"/>
                  </a:moveTo>
                  <a:lnTo>
                    <a:pt x="4312882" y="0"/>
                  </a:lnTo>
                  <a:lnTo>
                    <a:pt x="4312882" y="611847"/>
                  </a:lnTo>
                  <a:lnTo>
                    <a:pt x="4707179" y="305917"/>
                  </a:lnTo>
                  <a:close/>
                </a:path>
                <a:path extrusionOk="0" h="612140" w="6324600">
                  <a:moveTo>
                    <a:pt x="5246294" y="305917"/>
                  </a:moveTo>
                  <a:lnTo>
                    <a:pt x="4851984" y="0"/>
                  </a:lnTo>
                  <a:lnTo>
                    <a:pt x="4851984" y="611847"/>
                  </a:lnTo>
                  <a:lnTo>
                    <a:pt x="5246294" y="305917"/>
                  </a:lnTo>
                  <a:close/>
                </a:path>
                <a:path extrusionOk="0" h="612140" w="6324600">
                  <a:moveTo>
                    <a:pt x="5785396" y="305917"/>
                  </a:moveTo>
                  <a:lnTo>
                    <a:pt x="5391099" y="0"/>
                  </a:lnTo>
                  <a:lnTo>
                    <a:pt x="5391099" y="611847"/>
                  </a:lnTo>
                  <a:lnTo>
                    <a:pt x="5785396" y="305917"/>
                  </a:lnTo>
                  <a:close/>
                </a:path>
                <a:path extrusionOk="0" h="612140" w="6324600">
                  <a:moveTo>
                    <a:pt x="6324511" y="305917"/>
                  </a:moveTo>
                  <a:lnTo>
                    <a:pt x="5930201" y="0"/>
                  </a:lnTo>
                  <a:lnTo>
                    <a:pt x="5930201" y="611847"/>
                  </a:lnTo>
                  <a:lnTo>
                    <a:pt x="6324511" y="305917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6877050" y="9303785"/>
              <a:ext cx="1196340" cy="1196340"/>
            </a:xfrm>
            <a:custGeom>
              <a:rect b="b" l="l" r="r" t="t"/>
              <a:pathLst>
                <a:path extrusionOk="0" h="1196340" w="1196340">
                  <a:moveTo>
                    <a:pt x="1195971" y="0"/>
                  </a:moveTo>
                  <a:lnTo>
                    <a:pt x="0" y="0"/>
                  </a:lnTo>
                  <a:lnTo>
                    <a:pt x="0" y="5234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46494"/>
                  </a:lnTo>
                  <a:lnTo>
                    <a:pt x="0" y="19530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293001"/>
                  </a:lnTo>
                  <a:lnTo>
                    <a:pt x="0" y="338251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439508"/>
                  </a:lnTo>
                  <a:lnTo>
                    <a:pt x="0" y="481215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586016"/>
                  </a:lnTo>
                  <a:lnTo>
                    <a:pt x="0" y="624166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732523"/>
                  </a:lnTo>
                  <a:lnTo>
                    <a:pt x="0" y="767118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879030"/>
                  </a:lnTo>
                  <a:lnTo>
                    <a:pt x="0" y="91006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025537"/>
                  </a:lnTo>
                  <a:lnTo>
                    <a:pt x="0" y="105302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172032"/>
                  </a:lnTo>
                  <a:lnTo>
                    <a:pt x="0" y="1195971"/>
                  </a:lnTo>
                  <a:lnTo>
                    <a:pt x="1195971" y="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4" name="Google Shape;24;p2"/>
          <p:cNvSpPr/>
          <p:nvPr/>
        </p:nvSpPr>
        <p:spPr>
          <a:xfrm flipH="1">
            <a:off x="6338369" y="198227"/>
            <a:ext cx="5098934" cy="5117897"/>
          </a:xfrm>
          <a:custGeom>
            <a:rect b="b" l="l" r="r" t="t"/>
            <a:pathLst>
              <a:path extrusionOk="0" h="7026275" w="7000240">
                <a:moveTo>
                  <a:pt x="0" y="0"/>
                </a:moveTo>
                <a:lnTo>
                  <a:pt x="0" y="7025843"/>
                </a:lnTo>
                <a:lnTo>
                  <a:pt x="7000062" y="3498443"/>
                </a:lnTo>
                <a:lnTo>
                  <a:pt x="0" y="0"/>
                </a:lnTo>
                <a:close/>
              </a:path>
            </a:pathLst>
          </a:custGeom>
          <a:solidFill>
            <a:srgbClr val="560676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25" name="Google Shape;25;p2"/>
          <p:cNvGrpSpPr/>
          <p:nvPr/>
        </p:nvGrpSpPr>
        <p:grpSpPr>
          <a:xfrm>
            <a:off x="6512282" y="485759"/>
            <a:ext cx="5679715" cy="5117897"/>
            <a:chOff x="6512282" y="198234"/>
            <a:chExt cx="5679715" cy="5117897"/>
          </a:xfrm>
        </p:grpSpPr>
        <p:sp>
          <p:nvSpPr>
            <p:cNvPr id="26" name="Google Shape;26;p2"/>
            <p:cNvSpPr/>
            <p:nvPr/>
          </p:nvSpPr>
          <p:spPr>
            <a:xfrm flipH="1">
              <a:off x="6512282" y="198234"/>
              <a:ext cx="4925023" cy="5117897"/>
            </a:xfrm>
            <a:custGeom>
              <a:rect b="b" l="l" r="r" t="t"/>
              <a:pathLst>
                <a:path extrusionOk="0" h="7026275" w="6761480">
                  <a:moveTo>
                    <a:pt x="1628190" y="3498443"/>
                  </a:moveTo>
                  <a:lnTo>
                    <a:pt x="0" y="0"/>
                  </a:lnTo>
                  <a:lnTo>
                    <a:pt x="1158392" y="3638956"/>
                  </a:lnTo>
                  <a:lnTo>
                    <a:pt x="0" y="7025843"/>
                  </a:lnTo>
                  <a:lnTo>
                    <a:pt x="1628190" y="3498443"/>
                  </a:lnTo>
                  <a:close/>
                </a:path>
                <a:path extrusionOk="0" h="7026275" w="6761480">
                  <a:moveTo>
                    <a:pt x="3749776" y="3498443"/>
                  </a:moveTo>
                  <a:lnTo>
                    <a:pt x="0" y="0"/>
                  </a:lnTo>
                  <a:lnTo>
                    <a:pt x="2555240" y="3638956"/>
                  </a:lnTo>
                  <a:lnTo>
                    <a:pt x="0" y="7025843"/>
                  </a:lnTo>
                  <a:lnTo>
                    <a:pt x="3749776" y="3498443"/>
                  </a:lnTo>
                  <a:close/>
                </a:path>
                <a:path extrusionOk="0" h="7026275" w="6761480">
                  <a:moveTo>
                    <a:pt x="6760934" y="3498443"/>
                  </a:moveTo>
                  <a:lnTo>
                    <a:pt x="0" y="0"/>
                  </a:lnTo>
                  <a:lnTo>
                    <a:pt x="4533392" y="3638956"/>
                  </a:lnTo>
                  <a:lnTo>
                    <a:pt x="0" y="7025843"/>
                  </a:lnTo>
                  <a:lnTo>
                    <a:pt x="6760934" y="3498443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7" name="Google Shape;27;p2"/>
            <p:cNvSpPr/>
            <p:nvPr/>
          </p:nvSpPr>
          <p:spPr>
            <a:xfrm flipH="1">
              <a:off x="11437148" y="198234"/>
              <a:ext cx="754849" cy="5114660"/>
            </a:xfrm>
            <a:custGeom>
              <a:rect b="b" l="l" r="r" t="t"/>
              <a:pathLst>
                <a:path extrusionOk="0" h="7021830" w="1036319">
                  <a:moveTo>
                    <a:pt x="1036104" y="6787705"/>
                  </a:moveTo>
                  <a:lnTo>
                    <a:pt x="0" y="6787705"/>
                  </a:lnTo>
                  <a:lnTo>
                    <a:pt x="0" y="7021792"/>
                  </a:lnTo>
                  <a:lnTo>
                    <a:pt x="1036104" y="7021792"/>
                  </a:lnTo>
                  <a:lnTo>
                    <a:pt x="1036104" y="6787705"/>
                  </a:lnTo>
                  <a:close/>
                </a:path>
                <a:path extrusionOk="0" h="7021830" w="1036319">
                  <a:moveTo>
                    <a:pt x="1036104" y="6265570"/>
                  </a:moveTo>
                  <a:lnTo>
                    <a:pt x="0" y="6265570"/>
                  </a:lnTo>
                  <a:lnTo>
                    <a:pt x="0" y="6505156"/>
                  </a:lnTo>
                  <a:lnTo>
                    <a:pt x="1036104" y="6505156"/>
                  </a:lnTo>
                  <a:lnTo>
                    <a:pt x="1036104" y="6265570"/>
                  </a:lnTo>
                  <a:close/>
                </a:path>
                <a:path extrusionOk="0" h="7021830" w="1036319">
                  <a:moveTo>
                    <a:pt x="1036104" y="5743460"/>
                  </a:moveTo>
                  <a:lnTo>
                    <a:pt x="0" y="5743460"/>
                  </a:lnTo>
                  <a:lnTo>
                    <a:pt x="0" y="5984481"/>
                  </a:lnTo>
                  <a:lnTo>
                    <a:pt x="1036104" y="5984481"/>
                  </a:lnTo>
                  <a:lnTo>
                    <a:pt x="1036104" y="5743460"/>
                  </a:lnTo>
                  <a:close/>
                </a:path>
                <a:path extrusionOk="0" h="7021830" w="1036319">
                  <a:moveTo>
                    <a:pt x="1036104" y="5221325"/>
                  </a:moveTo>
                  <a:lnTo>
                    <a:pt x="0" y="5221325"/>
                  </a:lnTo>
                  <a:lnTo>
                    <a:pt x="0" y="5463819"/>
                  </a:lnTo>
                  <a:lnTo>
                    <a:pt x="1036104" y="5463819"/>
                  </a:lnTo>
                  <a:lnTo>
                    <a:pt x="1036104" y="5221325"/>
                  </a:lnTo>
                  <a:close/>
                </a:path>
                <a:path extrusionOk="0" h="7021830" w="1036319">
                  <a:moveTo>
                    <a:pt x="1036104" y="4699190"/>
                  </a:moveTo>
                  <a:lnTo>
                    <a:pt x="0" y="4699190"/>
                  </a:lnTo>
                  <a:lnTo>
                    <a:pt x="0" y="4943145"/>
                  </a:lnTo>
                  <a:lnTo>
                    <a:pt x="1036104" y="4943145"/>
                  </a:lnTo>
                  <a:lnTo>
                    <a:pt x="1036104" y="4699190"/>
                  </a:lnTo>
                  <a:close/>
                </a:path>
                <a:path extrusionOk="0" h="7021830" w="1036319">
                  <a:moveTo>
                    <a:pt x="1036104" y="4177042"/>
                  </a:moveTo>
                  <a:lnTo>
                    <a:pt x="0" y="4177042"/>
                  </a:lnTo>
                  <a:lnTo>
                    <a:pt x="0" y="4422470"/>
                  </a:lnTo>
                  <a:lnTo>
                    <a:pt x="1036104" y="4422470"/>
                  </a:lnTo>
                  <a:lnTo>
                    <a:pt x="1036104" y="4177042"/>
                  </a:lnTo>
                  <a:close/>
                </a:path>
                <a:path extrusionOk="0" h="7021830" w="1036319">
                  <a:moveTo>
                    <a:pt x="1036104" y="3654920"/>
                  </a:moveTo>
                  <a:lnTo>
                    <a:pt x="0" y="3654920"/>
                  </a:lnTo>
                  <a:lnTo>
                    <a:pt x="0" y="3901808"/>
                  </a:lnTo>
                  <a:lnTo>
                    <a:pt x="1036104" y="3901808"/>
                  </a:lnTo>
                  <a:lnTo>
                    <a:pt x="1036104" y="3654920"/>
                  </a:lnTo>
                  <a:close/>
                </a:path>
                <a:path extrusionOk="0" h="7021830" w="1036319">
                  <a:moveTo>
                    <a:pt x="1036104" y="3132798"/>
                  </a:moveTo>
                  <a:lnTo>
                    <a:pt x="0" y="3132798"/>
                  </a:lnTo>
                  <a:lnTo>
                    <a:pt x="0" y="3381133"/>
                  </a:lnTo>
                  <a:lnTo>
                    <a:pt x="1036104" y="3381133"/>
                  </a:lnTo>
                  <a:lnTo>
                    <a:pt x="1036104" y="3132798"/>
                  </a:lnTo>
                  <a:close/>
                </a:path>
                <a:path extrusionOk="0" h="7021830" w="1036319">
                  <a:moveTo>
                    <a:pt x="1036104" y="2610650"/>
                  </a:moveTo>
                  <a:lnTo>
                    <a:pt x="0" y="2610650"/>
                  </a:lnTo>
                  <a:lnTo>
                    <a:pt x="0" y="2860459"/>
                  </a:lnTo>
                  <a:lnTo>
                    <a:pt x="1036104" y="2860459"/>
                  </a:lnTo>
                  <a:lnTo>
                    <a:pt x="1036104" y="2610650"/>
                  </a:lnTo>
                  <a:close/>
                </a:path>
                <a:path extrusionOk="0" h="7021830" w="1036319">
                  <a:moveTo>
                    <a:pt x="1036104" y="2088527"/>
                  </a:moveTo>
                  <a:lnTo>
                    <a:pt x="0" y="2088527"/>
                  </a:lnTo>
                  <a:lnTo>
                    <a:pt x="0" y="2339797"/>
                  </a:lnTo>
                  <a:lnTo>
                    <a:pt x="1036104" y="2339797"/>
                  </a:lnTo>
                  <a:lnTo>
                    <a:pt x="1036104" y="2088527"/>
                  </a:lnTo>
                  <a:close/>
                </a:path>
                <a:path extrusionOk="0" h="7021830" w="1036319">
                  <a:moveTo>
                    <a:pt x="1036104" y="1566392"/>
                  </a:moveTo>
                  <a:lnTo>
                    <a:pt x="0" y="1566392"/>
                  </a:lnTo>
                  <a:lnTo>
                    <a:pt x="0" y="1819122"/>
                  </a:lnTo>
                  <a:lnTo>
                    <a:pt x="1036104" y="1819122"/>
                  </a:lnTo>
                  <a:lnTo>
                    <a:pt x="1036104" y="1566392"/>
                  </a:lnTo>
                  <a:close/>
                </a:path>
                <a:path extrusionOk="0" h="7021830" w="1036319">
                  <a:moveTo>
                    <a:pt x="1036104" y="1044257"/>
                  </a:moveTo>
                  <a:lnTo>
                    <a:pt x="0" y="1044257"/>
                  </a:lnTo>
                  <a:lnTo>
                    <a:pt x="0" y="1298448"/>
                  </a:lnTo>
                  <a:lnTo>
                    <a:pt x="1036104" y="1298448"/>
                  </a:lnTo>
                  <a:lnTo>
                    <a:pt x="1036104" y="1044257"/>
                  </a:lnTo>
                  <a:close/>
                </a:path>
                <a:path extrusionOk="0" h="7021830" w="1036319">
                  <a:moveTo>
                    <a:pt x="1036104" y="522122"/>
                  </a:moveTo>
                  <a:lnTo>
                    <a:pt x="0" y="522122"/>
                  </a:lnTo>
                  <a:lnTo>
                    <a:pt x="0" y="777773"/>
                  </a:lnTo>
                  <a:lnTo>
                    <a:pt x="1036104" y="777773"/>
                  </a:lnTo>
                  <a:lnTo>
                    <a:pt x="1036104" y="522122"/>
                  </a:lnTo>
                  <a:close/>
                </a:path>
                <a:path extrusionOk="0" h="7021830" w="1036319">
                  <a:moveTo>
                    <a:pt x="1036104" y="0"/>
                  </a:moveTo>
                  <a:lnTo>
                    <a:pt x="0" y="0"/>
                  </a:lnTo>
                  <a:lnTo>
                    <a:pt x="0" y="257111"/>
                  </a:lnTo>
                  <a:lnTo>
                    <a:pt x="1036104" y="257111"/>
                  </a:lnTo>
                  <a:lnTo>
                    <a:pt x="103610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8" name="Google Shape;28;p2"/>
          <p:cNvSpPr txBox="1"/>
          <p:nvPr/>
        </p:nvSpPr>
        <p:spPr>
          <a:xfrm>
            <a:off x="7989100" y="6007900"/>
            <a:ext cx="34482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0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sz="1000">
              <a:solidFill>
                <a:srgbClr val="FFFFF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Title Slide">
  <p:cSld name="6_Title Slide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777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777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" name="Google Shape;32;p3"/>
          <p:cNvSpPr/>
          <p:nvPr>
            <p:ph idx="3" type="pic"/>
          </p:nvPr>
        </p:nvSpPr>
        <p:spPr>
          <a:xfrm>
            <a:off x="401921" y="1491414"/>
            <a:ext cx="4320000" cy="4320000"/>
          </a:xfrm>
          <a:prstGeom prst="roundRect">
            <a:avLst>
              <a:gd fmla="val 1887" name="adj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3" name="Google Shape;33;p3"/>
          <p:cNvSpPr txBox="1"/>
          <p:nvPr>
            <p:ph idx="4" type="body"/>
          </p:nvPr>
        </p:nvSpPr>
        <p:spPr>
          <a:xfrm>
            <a:off x="5688471" y="180099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4" name="Google Shape;34;p3"/>
          <p:cNvSpPr txBox="1"/>
          <p:nvPr>
            <p:ph idx="5" type="body"/>
          </p:nvPr>
        </p:nvSpPr>
        <p:spPr>
          <a:xfrm>
            <a:off x="5688471" y="260873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" name="Google Shape;35;p3"/>
          <p:cNvSpPr txBox="1"/>
          <p:nvPr>
            <p:ph idx="6" type="body"/>
          </p:nvPr>
        </p:nvSpPr>
        <p:spPr>
          <a:xfrm>
            <a:off x="5688471" y="341647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6" name="Google Shape;36;p3"/>
          <p:cNvSpPr txBox="1"/>
          <p:nvPr>
            <p:ph idx="7" type="body"/>
          </p:nvPr>
        </p:nvSpPr>
        <p:spPr>
          <a:xfrm>
            <a:off x="5688471" y="422421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7" name="Google Shape;37;p3"/>
          <p:cNvSpPr txBox="1"/>
          <p:nvPr>
            <p:ph idx="8" type="body"/>
          </p:nvPr>
        </p:nvSpPr>
        <p:spPr>
          <a:xfrm>
            <a:off x="5688471" y="5031959"/>
            <a:ext cx="5390865" cy="4717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38" name="Google Shape;38;p3"/>
          <p:cNvCxnSpPr/>
          <p:nvPr/>
        </p:nvCxnSpPr>
        <p:spPr>
          <a:xfrm rot="10800000">
            <a:off x="5242644" y="2439113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" name="Google Shape;39;p3"/>
          <p:cNvCxnSpPr/>
          <p:nvPr/>
        </p:nvCxnSpPr>
        <p:spPr>
          <a:xfrm rot="10800000">
            <a:off x="5242644" y="3247312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0" name="Google Shape;40;p3"/>
          <p:cNvCxnSpPr/>
          <p:nvPr/>
        </p:nvCxnSpPr>
        <p:spPr>
          <a:xfrm rot="10800000">
            <a:off x="5242644" y="4055513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1" name="Google Shape;41;p3"/>
          <p:cNvCxnSpPr/>
          <p:nvPr/>
        </p:nvCxnSpPr>
        <p:spPr>
          <a:xfrm rot="10800000">
            <a:off x="5242644" y="4863714"/>
            <a:ext cx="5836692" cy="1"/>
          </a:xfrm>
          <a:prstGeom prst="straightConnector1">
            <a:avLst/>
          </a:prstGeom>
          <a:noFill/>
          <a:ln cap="flat" cmpd="sng" w="9525">
            <a:solidFill>
              <a:schemeClr val="accent1">
                <a:alpha val="80000"/>
              </a:schemeClr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2" name="Google Shape;42;p3"/>
          <p:cNvSpPr txBox="1"/>
          <p:nvPr>
            <p:ph idx="9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descr="Arrow: Straight with solid fill" id="43" name="Google Shape;43;p3"/>
          <p:cNvSpPr/>
          <p:nvPr/>
        </p:nvSpPr>
        <p:spPr>
          <a:xfrm flipH="1">
            <a:off x="5264386" y="1859171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4" name="Google Shape;44;p3"/>
          <p:cNvSpPr/>
          <p:nvPr/>
        </p:nvSpPr>
        <p:spPr>
          <a:xfrm flipH="1">
            <a:off x="5264386" y="2666911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5" name="Google Shape;45;p3"/>
          <p:cNvSpPr/>
          <p:nvPr/>
        </p:nvSpPr>
        <p:spPr>
          <a:xfrm flipH="1">
            <a:off x="5264386" y="3473732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6" name="Google Shape;46;p3"/>
          <p:cNvSpPr/>
          <p:nvPr/>
        </p:nvSpPr>
        <p:spPr>
          <a:xfrm flipH="1">
            <a:off x="5264386" y="4282391"/>
            <a:ext cx="355363" cy="355363"/>
          </a:xfrm>
          <a:prstGeom prst="rect">
            <a:avLst/>
          </a:prstGeom>
          <a:noFill/>
          <a:ln>
            <a:noFill/>
          </a:ln>
        </p:spPr>
      </p:sp>
      <p:sp>
        <p:nvSpPr>
          <p:cNvPr descr="Arrow: Straight with solid fill" id="47" name="Google Shape;47;p3"/>
          <p:cNvSpPr/>
          <p:nvPr/>
        </p:nvSpPr>
        <p:spPr>
          <a:xfrm flipH="1">
            <a:off x="5264386" y="5084003"/>
            <a:ext cx="355363" cy="355363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8" name="Google Shape;48;p3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49" name="Google Shape;49;p3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50" name="Google Shape;50;p3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" name="Google Shape;51;p3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2" name="Google Shape;52;p3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4" name="Google Shape;54;p3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" name="Google Shape;55;p3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56" name="Google Shape;56;p3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" name="Google Shape;58;p3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" name="Google Shape;59;p3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0" name="Google Shape;60;p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" name="Google Shape;61;p3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3" name="Google Shape;63;p3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64" name="Google Shape;64;p3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5" name="Google Shape;65;p3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7" name="Google Shape;67;p3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8" name="Google Shape;68;p3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9" name="Google Shape;69;p3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70" name="Google Shape;70;p3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1" name="Google Shape;71;p3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72" name="Google Shape;72;p3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73" name="Google Shape;73;p3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74" name="Google Shape;74;p3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6" name="Google Shape;76;p3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7" name="Google Shape;77;p3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79" name="Google Shape;79;p3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80" name="Google Shape;80;p3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82" name="Google Shape;82;p3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3" name="Google Shape;83;p3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4" name="Google Shape;84;p3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85" name="Google Shape;85;p3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86" name="Google Shape;86;p3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7" name="Google Shape;87;p3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89" name="Google Shape;89;p3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0" name="Google Shape;90;p3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1" name="Google Shape;91;p3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92" name="Google Shape;92;p3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93" name="Google Shape;93;p3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4" name="Google Shape;94;p3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95" name="Google Shape;95;p3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6" name="Google Shape;96;p3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97" name="Google Shape;97;p3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8" name="Google Shape;98;p3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99" name="Google Shape;99;p3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0" name="Google Shape;100;p3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01" name="Google Shape;101;p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2" name="Google Shape;102;p3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103" name="Google Shape;103;p3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4" name="Google Shape;104;p3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5" name="Google Shape;105;p3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6" name="Google Shape;106;p3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07" name="Google Shape;107;p3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08" name="Google Shape;108;p3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109" name="Google Shape;109;p3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0" name="Google Shape;110;p3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111" name="Google Shape;111;p3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112" name="Google Shape;112;p3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113" name="Google Shape;113;p3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4" name="Google Shape;114;p3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5" name="Google Shape;115;p3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6" name="Google Shape;116;p3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17" name="Google Shape;117;p3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18" name="Google Shape;118;p3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119" name="Google Shape;119;p3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0" name="Google Shape;120;p3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21" name="Google Shape;121;p3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2" name="Google Shape;122;p3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3" name="Google Shape;123;p3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24" name="Google Shape;124;p3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125" name="Google Shape;125;p3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6" name="Google Shape;126;p3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27" name="Google Shape;127;p3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28" name="Google Shape;128;p3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9" name="Google Shape;129;p3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30" name="Google Shape;130;p3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31" name="Google Shape;131;p3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132" name="Google Shape;132;p3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33" name="Google Shape;133;p3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34" name="Google Shape;134;p3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7" name="Google Shape;137;p4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8" name="Google Shape;138;p4"/>
          <p:cNvSpPr txBox="1"/>
          <p:nvPr>
            <p:ph idx="3" type="body"/>
          </p:nvPr>
        </p:nvSpPr>
        <p:spPr>
          <a:xfrm>
            <a:off x="813514" y="2249093"/>
            <a:ext cx="3311918" cy="27197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3BA2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8A3BA2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9" name="Google Shape;139;p4"/>
          <p:cNvSpPr txBox="1"/>
          <p:nvPr>
            <p:ph idx="4" type="body"/>
          </p:nvPr>
        </p:nvSpPr>
        <p:spPr>
          <a:xfrm>
            <a:off x="4823917" y="2249092"/>
            <a:ext cx="6091569" cy="27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40" name="Google Shape;140;p4"/>
          <p:cNvSpPr txBox="1"/>
          <p:nvPr>
            <p:ph idx="5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41" name="Google Shape;141;p4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142" name="Google Shape;142;p4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143" name="Google Shape;143;p4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4" name="Google Shape;144;p4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5" name="Google Shape;145;p4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46" name="Google Shape;146;p4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47" name="Google Shape;147;p4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48" name="Google Shape;148;p4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149" name="Google Shape;149;p4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0" name="Google Shape;150;p4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1" name="Google Shape;151;p4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2" name="Google Shape;152;p4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53" name="Google Shape;153;p4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54" name="Google Shape;154;p4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5" name="Google Shape;155;p4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56" name="Google Shape;156;p4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157" name="Google Shape;157;p4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8" name="Google Shape;158;p4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59" name="Google Shape;159;p4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0" name="Google Shape;160;p4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1" name="Google Shape;161;p4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62" name="Google Shape;162;p4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163" name="Google Shape;163;p4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4" name="Google Shape;164;p4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165" name="Google Shape;165;p4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166" name="Google Shape;166;p4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167" name="Google Shape;167;p4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8" name="Google Shape;168;p4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69" name="Google Shape;169;p4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0" name="Google Shape;170;p4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1" name="Google Shape;171;p4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72" name="Google Shape;172;p4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173" name="Google Shape;173;p4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4" name="Google Shape;174;p4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75" name="Google Shape;175;p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76" name="Google Shape;176;p4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77" name="Google Shape;177;p4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78" name="Google Shape;178;p4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179" name="Google Shape;179;p4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0" name="Google Shape;180;p4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1" name="Google Shape;181;p4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82" name="Google Shape;182;p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83" name="Google Shape;183;p4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4" name="Google Shape;184;p4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185" name="Google Shape;185;p4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186" name="Google Shape;186;p4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87" name="Google Shape;187;p4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88" name="Google Shape;188;p4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89" name="Google Shape;189;p4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190" name="Google Shape;190;p4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1" name="Google Shape;191;p4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2" name="Google Shape;192;p4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3" name="Google Shape;193;p4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194" name="Google Shape;194;p4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95" name="Google Shape;195;p4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196" name="Google Shape;196;p4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7" name="Google Shape;197;p4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8" name="Google Shape;198;p4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199" name="Google Shape;199;p4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0" name="Google Shape;200;p4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01" name="Google Shape;201;p4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202" name="Google Shape;202;p4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3" name="Google Shape;203;p4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04" name="Google Shape;204;p4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05" name="Google Shape;205;p4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206" name="Google Shape;206;p4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7" name="Google Shape;207;p4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8" name="Google Shape;208;p4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09" name="Google Shape;209;p4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0" name="Google Shape;210;p4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11" name="Google Shape;211;p4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212" name="Google Shape;212;p4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3" name="Google Shape;213;p4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14" name="Google Shape;214;p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5" name="Google Shape;215;p4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6" name="Google Shape;216;p4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17" name="Google Shape;217;p4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218" name="Google Shape;218;p4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19" name="Google Shape;219;p4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0" name="Google Shape;220;p4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21" name="Google Shape;221;p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22" name="Google Shape;222;p4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3" name="Google Shape;223;p4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24" name="Google Shape;224;p4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225" name="Google Shape;225;p4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26" name="Google Shape;226;p4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27" name="Google Shape;227;p4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Title Slide">
  <p:cSld name="9_Title Slide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5"/>
          <p:cNvSpPr txBox="1"/>
          <p:nvPr>
            <p:ph idx="1" type="body"/>
          </p:nvPr>
        </p:nvSpPr>
        <p:spPr>
          <a:xfrm>
            <a:off x="271253" y="833140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0" name="Google Shape;230;p5"/>
          <p:cNvSpPr txBox="1"/>
          <p:nvPr>
            <p:ph idx="2" type="body"/>
          </p:nvPr>
        </p:nvSpPr>
        <p:spPr>
          <a:xfrm>
            <a:off x="271254" y="558655"/>
            <a:ext cx="9105328" cy="3052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1" name="Google Shape;231;p5"/>
          <p:cNvSpPr txBox="1"/>
          <p:nvPr>
            <p:ph idx="3" type="body"/>
          </p:nvPr>
        </p:nvSpPr>
        <p:spPr>
          <a:xfrm>
            <a:off x="4823917" y="2249092"/>
            <a:ext cx="6091569" cy="27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2" name="Google Shape;232;p5"/>
          <p:cNvSpPr txBox="1"/>
          <p:nvPr>
            <p:ph idx="4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233" name="Google Shape;233;p5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234" name="Google Shape;234;p5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235" name="Google Shape;235;p5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6" name="Google Shape;236;p5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7" name="Google Shape;237;p5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38" name="Google Shape;238;p5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39" name="Google Shape;239;p5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40" name="Google Shape;240;p5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241" name="Google Shape;241;p5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2" name="Google Shape;242;p5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3" name="Google Shape;243;p5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4" name="Google Shape;244;p5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45" name="Google Shape;245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6" name="Google Shape;246;p5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47" name="Google Shape;247;p5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48" name="Google Shape;248;p5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249" name="Google Shape;249;p5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0" name="Google Shape;250;p5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1" name="Google Shape;251;p5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2" name="Google Shape;252;p5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3" name="Google Shape;253;p5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54" name="Google Shape;254;p5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255" name="Google Shape;255;p5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56" name="Google Shape;256;p5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57" name="Google Shape;257;p5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58" name="Google Shape;258;p5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259" name="Google Shape;259;p5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0" name="Google Shape;260;p5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1" name="Google Shape;261;p5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2" name="Google Shape;262;p5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3" name="Google Shape;263;p5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64" name="Google Shape;264;p5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265" name="Google Shape;265;p5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6" name="Google Shape;266;p5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67" name="Google Shape;267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68" name="Google Shape;268;p5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69" name="Google Shape;269;p5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70" name="Google Shape;270;p5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271" name="Google Shape;271;p5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2" name="Google Shape;272;p5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3" name="Google Shape;273;p5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74" name="Google Shape;274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5" name="Google Shape;275;p5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6" name="Google Shape;276;p5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77" name="Google Shape;277;p5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278" name="Google Shape;278;p5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79" name="Google Shape;279;p5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80" name="Google Shape;280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81" name="Google Shape;281;p5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282" name="Google Shape;282;p5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3" name="Google Shape;283;p5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4" name="Google Shape;284;p5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5" name="Google Shape;285;p5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286" name="Google Shape;286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87" name="Google Shape;287;p5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288" name="Google Shape;288;p5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89" name="Google Shape;289;p5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0" name="Google Shape;290;p5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1" name="Google Shape;291;p5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2" name="Google Shape;292;p5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293" name="Google Shape;293;p5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294" name="Google Shape;294;p5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5" name="Google Shape;295;p5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296" name="Google Shape;296;p5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297" name="Google Shape;297;p5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298" name="Google Shape;298;p5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299" name="Google Shape;299;p5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0" name="Google Shape;300;p5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1" name="Google Shape;301;p5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2" name="Google Shape;302;p5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03" name="Google Shape;303;p5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304" name="Google Shape;304;p5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5" name="Google Shape;305;p5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06" name="Google Shape;306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07" name="Google Shape;307;p5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08" name="Google Shape;308;p5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09" name="Google Shape;309;p5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310" name="Google Shape;310;p5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1" name="Google Shape;311;p5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2" name="Google Shape;312;p5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13" name="Google Shape;31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14" name="Google Shape;314;p5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5" name="Google Shape;315;p5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16" name="Google Shape;316;p5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317" name="Google Shape;317;p5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18" name="Google Shape;318;p5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19" name="Google Shape;319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Title Slide 1">
  <p:cSld name="9_Title Slide_1"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6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accen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2" name="Google Shape;322;p6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60676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560676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3" name="Google Shape;323;p6"/>
          <p:cNvSpPr txBox="1"/>
          <p:nvPr>
            <p:ph idx="3" type="body"/>
          </p:nvPr>
        </p:nvSpPr>
        <p:spPr>
          <a:xfrm>
            <a:off x="4823917" y="2249092"/>
            <a:ext cx="6091500" cy="27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17500" lvl="0" marL="457200" marR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429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429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4" name="Google Shape;324;p6"/>
          <p:cNvSpPr txBox="1"/>
          <p:nvPr>
            <p:ph idx="4" type="body"/>
          </p:nvPr>
        </p:nvSpPr>
        <p:spPr>
          <a:xfrm>
            <a:off x="7142627" y="6566902"/>
            <a:ext cx="48627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25" name="Google Shape;325;p6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326" name="Google Shape;326;p6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327" name="Google Shape;327;p6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8" name="Google Shape;328;p6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9" name="Google Shape;329;p6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0" name="Google Shape;330;p6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31" name="Google Shape;331;p6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32" name="Google Shape;332;p6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333" name="Google Shape;333;p6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4" name="Google Shape;334;p6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5" name="Google Shape;335;p6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6" name="Google Shape;336;p6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37" name="Google Shape;337;p6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8" name="Google Shape;338;p6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39" name="Google Shape;339;p6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40" name="Google Shape;340;p6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341" name="Google Shape;341;p6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2" name="Google Shape;342;p6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3" name="Google Shape;343;p6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4" name="Google Shape;344;p6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5" name="Google Shape;345;p6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46" name="Google Shape;346;p6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347" name="Google Shape;347;p6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48" name="Google Shape;348;p6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349" name="Google Shape;349;p6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350" name="Google Shape;350;p6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351" name="Google Shape;351;p6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2" name="Google Shape;352;p6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3" name="Google Shape;353;p6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4" name="Google Shape;354;p6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5" name="Google Shape;355;p6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56" name="Google Shape;356;p6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357" name="Google Shape;357;p6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58" name="Google Shape;358;p6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59" name="Google Shape;359;p6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60" name="Google Shape;360;p6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1" name="Google Shape;361;p6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62" name="Google Shape;362;p6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363" name="Google Shape;363;p6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4" name="Google Shape;364;p6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5" name="Google Shape;365;p6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66" name="Google Shape;366;p6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67" name="Google Shape;367;p6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68" name="Google Shape;368;p6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69" name="Google Shape;369;p6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370" name="Google Shape;370;p6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1" name="Google Shape;371;p6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72" name="Google Shape;372;p6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73" name="Google Shape;373;p6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374" name="Google Shape;374;p6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5" name="Google Shape;375;p6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6" name="Google Shape;376;p6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7" name="Google Shape;377;p6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78" name="Google Shape;378;p6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79" name="Google Shape;379;p6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380" name="Google Shape;380;p6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1" name="Google Shape;381;p6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2" name="Google Shape;382;p6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3" name="Google Shape;383;p6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4" name="Google Shape;384;p6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85" name="Google Shape;385;p6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386" name="Google Shape;386;p6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7" name="Google Shape;387;p6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388" name="Google Shape;388;p6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389" name="Google Shape;389;p6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390" name="Google Shape;390;p6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1" name="Google Shape;391;p6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2" name="Google Shape;392;p6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3" name="Google Shape;393;p6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4" name="Google Shape;394;p6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395" name="Google Shape;395;p6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396" name="Google Shape;396;p6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97" name="Google Shape;397;p6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398" name="Google Shape;398;p6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9" name="Google Shape;399;p6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0" name="Google Shape;400;p6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01" name="Google Shape;401;p6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402" name="Google Shape;402;p6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3" name="Google Shape;403;p6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4" name="Google Shape;404;p6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05" name="Google Shape;405;p6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6" name="Google Shape;406;p6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07" name="Google Shape;407;p6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08" name="Google Shape;408;p6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409" name="Google Shape;409;p6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10" name="Google Shape;410;p6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11" name="Google Shape;411;p6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Title Slide">
  <p:cSld name="10_Title Slide"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7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414" name="Google Shape;414;p7"/>
          <p:cNvGrpSpPr/>
          <p:nvPr/>
        </p:nvGrpSpPr>
        <p:grpSpPr>
          <a:xfrm>
            <a:off x="8337" y="435776"/>
            <a:ext cx="6964298" cy="5986447"/>
            <a:chOff x="8337" y="435776"/>
            <a:chExt cx="6964298" cy="5986447"/>
          </a:xfrm>
        </p:grpSpPr>
        <p:sp>
          <p:nvSpPr>
            <p:cNvPr id="415" name="Google Shape;415;p7"/>
            <p:cNvSpPr/>
            <p:nvPr/>
          </p:nvSpPr>
          <p:spPr>
            <a:xfrm>
              <a:off x="740405" y="435776"/>
              <a:ext cx="4945969" cy="4964471"/>
            </a:xfrm>
            <a:custGeom>
              <a:rect b="b" l="l" r="r" t="t"/>
              <a:pathLst>
                <a:path extrusionOk="0" h="5793105" w="5771515">
                  <a:moveTo>
                    <a:pt x="0" y="0"/>
                  </a:moveTo>
                  <a:lnTo>
                    <a:pt x="0" y="5792662"/>
                  </a:lnTo>
                  <a:lnTo>
                    <a:pt x="5771405" y="288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6" name="Google Shape;416;p7"/>
            <p:cNvSpPr/>
            <p:nvPr/>
          </p:nvSpPr>
          <p:spPr>
            <a:xfrm>
              <a:off x="740399" y="435781"/>
              <a:ext cx="4777276" cy="4964471"/>
            </a:xfrm>
            <a:custGeom>
              <a:rect b="b" l="l" r="r" t="t"/>
              <a:pathLst>
                <a:path extrusionOk="0" h="5793105" w="5574665">
                  <a:moveTo>
                    <a:pt x="1342415" y="2884398"/>
                  </a:moveTo>
                  <a:lnTo>
                    <a:pt x="0" y="0"/>
                  </a:lnTo>
                  <a:lnTo>
                    <a:pt x="955065" y="3000248"/>
                  </a:lnTo>
                  <a:lnTo>
                    <a:pt x="0" y="5792660"/>
                  </a:lnTo>
                  <a:lnTo>
                    <a:pt x="1342415" y="2884398"/>
                  </a:lnTo>
                  <a:close/>
                </a:path>
                <a:path extrusionOk="0" h="5793105" w="5574665">
                  <a:moveTo>
                    <a:pt x="3091611" y="2884398"/>
                  </a:moveTo>
                  <a:lnTo>
                    <a:pt x="0" y="0"/>
                  </a:lnTo>
                  <a:lnTo>
                    <a:pt x="2106752" y="3000248"/>
                  </a:lnTo>
                  <a:lnTo>
                    <a:pt x="0" y="5792660"/>
                  </a:lnTo>
                  <a:lnTo>
                    <a:pt x="3091611" y="2884398"/>
                  </a:lnTo>
                  <a:close/>
                </a:path>
                <a:path extrusionOk="0" h="5793105" w="5574665">
                  <a:moveTo>
                    <a:pt x="5574246" y="2884398"/>
                  </a:moveTo>
                  <a:lnTo>
                    <a:pt x="0" y="0"/>
                  </a:lnTo>
                  <a:lnTo>
                    <a:pt x="3737699" y="3000248"/>
                  </a:lnTo>
                  <a:lnTo>
                    <a:pt x="0" y="5792660"/>
                  </a:lnTo>
                  <a:lnTo>
                    <a:pt x="5574246" y="2884398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7" name="Google Shape;417;p7"/>
            <p:cNvSpPr/>
            <p:nvPr/>
          </p:nvSpPr>
          <p:spPr>
            <a:xfrm>
              <a:off x="8346" y="5397005"/>
              <a:ext cx="5939080" cy="1025218"/>
            </a:xfrm>
            <a:custGeom>
              <a:rect b="b" l="l" r="r" t="t"/>
              <a:pathLst>
                <a:path extrusionOk="0" h="1196340" w="6930390">
                  <a:moveTo>
                    <a:pt x="6930385" y="0"/>
                  </a:moveTo>
                  <a:lnTo>
                    <a:pt x="0" y="0"/>
                  </a:lnTo>
                  <a:lnTo>
                    <a:pt x="0" y="1195974"/>
                  </a:lnTo>
                  <a:lnTo>
                    <a:pt x="6930385" y="1195974"/>
                  </a:lnTo>
                  <a:lnTo>
                    <a:pt x="6930385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8" name="Google Shape;418;p7"/>
            <p:cNvSpPr/>
            <p:nvPr/>
          </p:nvSpPr>
          <p:spPr>
            <a:xfrm>
              <a:off x="284373" y="5639361"/>
              <a:ext cx="5419941" cy="524581"/>
            </a:xfrm>
            <a:custGeom>
              <a:rect b="b" l="l" r="r" t="t"/>
              <a:pathLst>
                <a:path extrusionOk="0" h="612140" w="6324600">
                  <a:moveTo>
                    <a:pt x="394309" y="305930"/>
                  </a:moveTo>
                  <a:lnTo>
                    <a:pt x="0" y="0"/>
                  </a:lnTo>
                  <a:lnTo>
                    <a:pt x="0" y="611860"/>
                  </a:lnTo>
                  <a:lnTo>
                    <a:pt x="394309" y="305930"/>
                  </a:lnTo>
                  <a:close/>
                </a:path>
                <a:path extrusionOk="0" h="612140" w="6324600">
                  <a:moveTo>
                    <a:pt x="933411" y="305930"/>
                  </a:moveTo>
                  <a:lnTo>
                    <a:pt x="539115" y="0"/>
                  </a:lnTo>
                  <a:lnTo>
                    <a:pt x="539115" y="611860"/>
                  </a:lnTo>
                  <a:lnTo>
                    <a:pt x="933411" y="305930"/>
                  </a:lnTo>
                  <a:close/>
                </a:path>
                <a:path extrusionOk="0" h="612140" w="6324600">
                  <a:moveTo>
                    <a:pt x="1472526" y="305930"/>
                  </a:moveTo>
                  <a:lnTo>
                    <a:pt x="1078217" y="0"/>
                  </a:lnTo>
                  <a:lnTo>
                    <a:pt x="1078217" y="611860"/>
                  </a:lnTo>
                  <a:lnTo>
                    <a:pt x="1472526" y="305930"/>
                  </a:lnTo>
                  <a:close/>
                </a:path>
                <a:path extrusionOk="0" h="612140" w="6324600">
                  <a:moveTo>
                    <a:pt x="2011629" y="305930"/>
                  </a:moveTo>
                  <a:lnTo>
                    <a:pt x="1617332" y="0"/>
                  </a:lnTo>
                  <a:lnTo>
                    <a:pt x="1617332" y="611860"/>
                  </a:lnTo>
                  <a:lnTo>
                    <a:pt x="2011629" y="305930"/>
                  </a:lnTo>
                  <a:close/>
                </a:path>
                <a:path extrusionOk="0" h="612140" w="6324600">
                  <a:moveTo>
                    <a:pt x="2550744" y="305930"/>
                  </a:moveTo>
                  <a:lnTo>
                    <a:pt x="2156434" y="0"/>
                  </a:lnTo>
                  <a:lnTo>
                    <a:pt x="2156434" y="611860"/>
                  </a:lnTo>
                  <a:lnTo>
                    <a:pt x="2550744" y="305930"/>
                  </a:lnTo>
                  <a:close/>
                </a:path>
                <a:path extrusionOk="0" h="612140" w="6324600">
                  <a:moveTo>
                    <a:pt x="3089846" y="305930"/>
                  </a:moveTo>
                  <a:lnTo>
                    <a:pt x="2695549" y="0"/>
                  </a:lnTo>
                  <a:lnTo>
                    <a:pt x="2695549" y="611860"/>
                  </a:lnTo>
                  <a:lnTo>
                    <a:pt x="3089846" y="305930"/>
                  </a:lnTo>
                  <a:close/>
                </a:path>
                <a:path extrusionOk="0" h="612140" w="6324600">
                  <a:moveTo>
                    <a:pt x="3628961" y="305930"/>
                  </a:moveTo>
                  <a:lnTo>
                    <a:pt x="3234664" y="0"/>
                  </a:lnTo>
                  <a:lnTo>
                    <a:pt x="3234664" y="611860"/>
                  </a:lnTo>
                  <a:lnTo>
                    <a:pt x="3628961" y="305930"/>
                  </a:lnTo>
                  <a:close/>
                </a:path>
                <a:path extrusionOk="0" h="612140" w="6324600">
                  <a:moveTo>
                    <a:pt x="4168063" y="305930"/>
                  </a:moveTo>
                  <a:lnTo>
                    <a:pt x="3773767" y="0"/>
                  </a:lnTo>
                  <a:lnTo>
                    <a:pt x="3773767" y="611860"/>
                  </a:lnTo>
                  <a:lnTo>
                    <a:pt x="4168063" y="305930"/>
                  </a:lnTo>
                  <a:close/>
                </a:path>
                <a:path extrusionOk="0" h="612140" w="6324600">
                  <a:moveTo>
                    <a:pt x="4707179" y="305930"/>
                  </a:moveTo>
                  <a:lnTo>
                    <a:pt x="4312882" y="0"/>
                  </a:lnTo>
                  <a:lnTo>
                    <a:pt x="4312882" y="611860"/>
                  </a:lnTo>
                  <a:lnTo>
                    <a:pt x="4707179" y="305930"/>
                  </a:lnTo>
                  <a:close/>
                </a:path>
                <a:path extrusionOk="0" h="612140" w="6324600">
                  <a:moveTo>
                    <a:pt x="5246281" y="305930"/>
                  </a:moveTo>
                  <a:lnTo>
                    <a:pt x="4851984" y="0"/>
                  </a:lnTo>
                  <a:lnTo>
                    <a:pt x="4851984" y="611860"/>
                  </a:lnTo>
                  <a:lnTo>
                    <a:pt x="5246281" y="305930"/>
                  </a:lnTo>
                  <a:close/>
                </a:path>
                <a:path extrusionOk="0" h="612140" w="6324600">
                  <a:moveTo>
                    <a:pt x="5785396" y="305930"/>
                  </a:moveTo>
                  <a:lnTo>
                    <a:pt x="5391099" y="0"/>
                  </a:lnTo>
                  <a:lnTo>
                    <a:pt x="5391099" y="611860"/>
                  </a:lnTo>
                  <a:lnTo>
                    <a:pt x="5785396" y="305930"/>
                  </a:lnTo>
                  <a:close/>
                </a:path>
                <a:path extrusionOk="0" h="612140" w="6324600">
                  <a:moveTo>
                    <a:pt x="6324498" y="305930"/>
                  </a:moveTo>
                  <a:lnTo>
                    <a:pt x="5930201" y="0"/>
                  </a:lnTo>
                  <a:lnTo>
                    <a:pt x="5930201" y="611860"/>
                  </a:lnTo>
                  <a:lnTo>
                    <a:pt x="6324498" y="30593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19" name="Google Shape;419;p7"/>
            <p:cNvSpPr/>
            <p:nvPr/>
          </p:nvSpPr>
          <p:spPr>
            <a:xfrm>
              <a:off x="8337" y="435781"/>
              <a:ext cx="6964298" cy="5986423"/>
            </a:xfrm>
            <a:custGeom>
              <a:rect b="b" l="l" r="r" t="t"/>
              <a:pathLst>
                <a:path extrusionOk="0" h="6985634" w="8126730">
                  <a:moveTo>
                    <a:pt x="854252" y="0"/>
                  </a:moveTo>
                  <a:lnTo>
                    <a:pt x="0" y="0"/>
                  </a:lnTo>
                  <a:lnTo>
                    <a:pt x="0" y="211988"/>
                  </a:lnTo>
                  <a:lnTo>
                    <a:pt x="854252" y="211988"/>
                  </a:lnTo>
                  <a:lnTo>
                    <a:pt x="854252" y="0"/>
                  </a:lnTo>
                  <a:close/>
                </a:path>
                <a:path extrusionOk="0" h="6985634" w="8126730">
                  <a:moveTo>
                    <a:pt x="854265" y="5596331"/>
                  </a:moveTo>
                  <a:lnTo>
                    <a:pt x="12" y="5596331"/>
                  </a:lnTo>
                  <a:lnTo>
                    <a:pt x="12" y="5792660"/>
                  </a:lnTo>
                  <a:lnTo>
                    <a:pt x="854265" y="5792660"/>
                  </a:lnTo>
                  <a:lnTo>
                    <a:pt x="854265" y="5596331"/>
                  </a:lnTo>
                  <a:close/>
                </a:path>
                <a:path extrusionOk="0" h="6985634" w="8126730">
                  <a:moveTo>
                    <a:pt x="854265" y="5165839"/>
                  </a:moveTo>
                  <a:lnTo>
                    <a:pt x="12" y="5165839"/>
                  </a:lnTo>
                  <a:lnTo>
                    <a:pt x="12" y="5363375"/>
                  </a:lnTo>
                  <a:lnTo>
                    <a:pt x="854265" y="5363375"/>
                  </a:lnTo>
                  <a:lnTo>
                    <a:pt x="854265" y="5165839"/>
                  </a:lnTo>
                  <a:close/>
                </a:path>
                <a:path extrusionOk="0" h="6985634" w="8126730">
                  <a:moveTo>
                    <a:pt x="854265" y="4735360"/>
                  </a:moveTo>
                  <a:lnTo>
                    <a:pt x="12" y="4735360"/>
                  </a:lnTo>
                  <a:lnTo>
                    <a:pt x="12" y="4934102"/>
                  </a:lnTo>
                  <a:lnTo>
                    <a:pt x="854265" y="4934102"/>
                  </a:lnTo>
                  <a:lnTo>
                    <a:pt x="854265" y="4735360"/>
                  </a:lnTo>
                  <a:close/>
                </a:path>
                <a:path extrusionOk="0" h="6985634" w="8126730">
                  <a:moveTo>
                    <a:pt x="854265" y="4304881"/>
                  </a:moveTo>
                  <a:lnTo>
                    <a:pt x="12" y="4304881"/>
                  </a:lnTo>
                  <a:lnTo>
                    <a:pt x="12" y="4504817"/>
                  </a:lnTo>
                  <a:lnTo>
                    <a:pt x="854265" y="4504817"/>
                  </a:lnTo>
                  <a:lnTo>
                    <a:pt x="854265" y="4304881"/>
                  </a:lnTo>
                  <a:close/>
                </a:path>
                <a:path extrusionOk="0" h="6985634" w="8126730">
                  <a:moveTo>
                    <a:pt x="854265" y="3874389"/>
                  </a:moveTo>
                  <a:lnTo>
                    <a:pt x="12" y="3874389"/>
                  </a:lnTo>
                  <a:lnTo>
                    <a:pt x="12" y="4075531"/>
                  </a:lnTo>
                  <a:lnTo>
                    <a:pt x="854265" y="4075531"/>
                  </a:lnTo>
                  <a:lnTo>
                    <a:pt x="854265" y="3874389"/>
                  </a:lnTo>
                  <a:close/>
                </a:path>
                <a:path extrusionOk="0" h="6985634" w="8126730">
                  <a:moveTo>
                    <a:pt x="854265" y="3443897"/>
                  </a:moveTo>
                  <a:lnTo>
                    <a:pt x="12" y="3443897"/>
                  </a:lnTo>
                  <a:lnTo>
                    <a:pt x="12" y="3646246"/>
                  </a:lnTo>
                  <a:lnTo>
                    <a:pt x="854265" y="3646246"/>
                  </a:lnTo>
                  <a:lnTo>
                    <a:pt x="854265" y="3443897"/>
                  </a:lnTo>
                  <a:close/>
                </a:path>
                <a:path extrusionOk="0" h="6985634" w="8126730">
                  <a:moveTo>
                    <a:pt x="854265" y="3013405"/>
                  </a:moveTo>
                  <a:lnTo>
                    <a:pt x="12" y="3013405"/>
                  </a:lnTo>
                  <a:lnTo>
                    <a:pt x="12" y="3216960"/>
                  </a:lnTo>
                  <a:lnTo>
                    <a:pt x="854265" y="3216960"/>
                  </a:lnTo>
                  <a:lnTo>
                    <a:pt x="854265" y="3013405"/>
                  </a:lnTo>
                  <a:close/>
                </a:path>
                <a:path extrusionOk="0" h="6985634" w="8126730">
                  <a:moveTo>
                    <a:pt x="854265" y="2582926"/>
                  </a:moveTo>
                  <a:lnTo>
                    <a:pt x="12" y="2582926"/>
                  </a:lnTo>
                  <a:lnTo>
                    <a:pt x="12" y="2787688"/>
                  </a:lnTo>
                  <a:lnTo>
                    <a:pt x="854265" y="2787688"/>
                  </a:lnTo>
                  <a:lnTo>
                    <a:pt x="854265" y="2582926"/>
                  </a:lnTo>
                  <a:close/>
                </a:path>
                <a:path extrusionOk="0" h="6985634" w="8126730">
                  <a:moveTo>
                    <a:pt x="854265" y="2152434"/>
                  </a:moveTo>
                  <a:lnTo>
                    <a:pt x="12" y="2152434"/>
                  </a:lnTo>
                  <a:lnTo>
                    <a:pt x="12" y="2358402"/>
                  </a:lnTo>
                  <a:lnTo>
                    <a:pt x="854265" y="2358402"/>
                  </a:lnTo>
                  <a:lnTo>
                    <a:pt x="854265" y="2152434"/>
                  </a:lnTo>
                  <a:close/>
                </a:path>
                <a:path extrusionOk="0" h="6985634" w="8126730">
                  <a:moveTo>
                    <a:pt x="854265" y="1721942"/>
                  </a:moveTo>
                  <a:lnTo>
                    <a:pt x="12" y="1721942"/>
                  </a:lnTo>
                  <a:lnTo>
                    <a:pt x="12" y="1929117"/>
                  </a:lnTo>
                  <a:lnTo>
                    <a:pt x="854265" y="1929117"/>
                  </a:lnTo>
                  <a:lnTo>
                    <a:pt x="854265" y="1721942"/>
                  </a:lnTo>
                  <a:close/>
                </a:path>
                <a:path extrusionOk="0" h="6985634" w="8126730">
                  <a:moveTo>
                    <a:pt x="854265" y="1291463"/>
                  </a:moveTo>
                  <a:lnTo>
                    <a:pt x="12" y="1291463"/>
                  </a:lnTo>
                  <a:lnTo>
                    <a:pt x="12" y="1499831"/>
                  </a:lnTo>
                  <a:lnTo>
                    <a:pt x="854265" y="1499831"/>
                  </a:lnTo>
                  <a:lnTo>
                    <a:pt x="854265" y="1291463"/>
                  </a:lnTo>
                  <a:close/>
                </a:path>
                <a:path extrusionOk="0" h="6985634" w="8126730">
                  <a:moveTo>
                    <a:pt x="854265" y="860983"/>
                  </a:moveTo>
                  <a:lnTo>
                    <a:pt x="12" y="860983"/>
                  </a:lnTo>
                  <a:lnTo>
                    <a:pt x="12" y="1070559"/>
                  </a:lnTo>
                  <a:lnTo>
                    <a:pt x="854265" y="1070559"/>
                  </a:lnTo>
                  <a:lnTo>
                    <a:pt x="854265" y="860983"/>
                  </a:lnTo>
                  <a:close/>
                </a:path>
                <a:path extrusionOk="0" h="6985634" w="8126730">
                  <a:moveTo>
                    <a:pt x="854265" y="430491"/>
                  </a:moveTo>
                  <a:lnTo>
                    <a:pt x="12" y="430491"/>
                  </a:lnTo>
                  <a:lnTo>
                    <a:pt x="12" y="641273"/>
                  </a:lnTo>
                  <a:lnTo>
                    <a:pt x="854265" y="641273"/>
                  </a:lnTo>
                  <a:lnTo>
                    <a:pt x="854265" y="430491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789320"/>
                  </a:lnTo>
                  <a:lnTo>
                    <a:pt x="6930390" y="584168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935827"/>
                  </a:lnTo>
                  <a:lnTo>
                    <a:pt x="6930390" y="5984633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082322"/>
                  </a:lnTo>
                  <a:lnTo>
                    <a:pt x="6930390" y="6127585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228829"/>
                  </a:lnTo>
                  <a:lnTo>
                    <a:pt x="6930390" y="6270536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375349"/>
                  </a:lnTo>
                  <a:lnTo>
                    <a:pt x="6930390" y="6413487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521844"/>
                  </a:lnTo>
                  <a:lnTo>
                    <a:pt x="6930390" y="6556438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668351"/>
                  </a:lnTo>
                  <a:lnTo>
                    <a:pt x="6930390" y="669940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814858"/>
                  </a:lnTo>
                  <a:lnTo>
                    <a:pt x="6930390" y="6842341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961365"/>
                  </a:lnTo>
                  <a:lnTo>
                    <a:pt x="6930390" y="6985292"/>
                  </a:lnTo>
                  <a:lnTo>
                    <a:pt x="8126362" y="578932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420" name="Google Shape;420;p7"/>
          <p:cNvSpPr txBox="1"/>
          <p:nvPr>
            <p:ph idx="1" type="body"/>
          </p:nvPr>
        </p:nvSpPr>
        <p:spPr>
          <a:xfrm>
            <a:off x="6505628" y="1211798"/>
            <a:ext cx="4945967" cy="19940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21" name="Google Shape;421;p7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422" name="Google Shape;42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104775" y="5554397"/>
            <a:ext cx="2582976" cy="77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Title Slide">
  <p:cSld name="17_Title Slide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8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rgbClr val="EAEC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425" name="Google Shape;425;p8"/>
          <p:cNvGrpSpPr/>
          <p:nvPr/>
        </p:nvGrpSpPr>
        <p:grpSpPr>
          <a:xfrm>
            <a:off x="8337" y="435776"/>
            <a:ext cx="6964298" cy="5986447"/>
            <a:chOff x="9728" y="1922335"/>
            <a:chExt cx="8126730" cy="6985662"/>
          </a:xfrm>
        </p:grpSpPr>
        <p:sp>
          <p:nvSpPr>
            <p:cNvPr id="426" name="Google Shape;426;p8"/>
            <p:cNvSpPr/>
            <p:nvPr/>
          </p:nvSpPr>
          <p:spPr>
            <a:xfrm>
              <a:off x="863988" y="1922335"/>
              <a:ext cx="5771515" cy="5793105"/>
            </a:xfrm>
            <a:custGeom>
              <a:rect b="b" l="l" r="r" t="t"/>
              <a:pathLst>
                <a:path extrusionOk="0" h="5793105" w="5771515">
                  <a:moveTo>
                    <a:pt x="0" y="0"/>
                  </a:moveTo>
                  <a:lnTo>
                    <a:pt x="0" y="5792662"/>
                  </a:lnTo>
                  <a:lnTo>
                    <a:pt x="5771405" y="288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863981" y="1922341"/>
              <a:ext cx="5574665" cy="5793105"/>
            </a:xfrm>
            <a:custGeom>
              <a:rect b="b" l="l" r="r" t="t"/>
              <a:pathLst>
                <a:path extrusionOk="0" h="5793105" w="5574665">
                  <a:moveTo>
                    <a:pt x="1342415" y="2884398"/>
                  </a:moveTo>
                  <a:lnTo>
                    <a:pt x="0" y="0"/>
                  </a:lnTo>
                  <a:lnTo>
                    <a:pt x="955065" y="3000248"/>
                  </a:lnTo>
                  <a:lnTo>
                    <a:pt x="0" y="5792660"/>
                  </a:lnTo>
                  <a:lnTo>
                    <a:pt x="1342415" y="2884398"/>
                  </a:lnTo>
                  <a:close/>
                </a:path>
                <a:path extrusionOk="0" h="5793105" w="5574665">
                  <a:moveTo>
                    <a:pt x="3091611" y="2884398"/>
                  </a:moveTo>
                  <a:lnTo>
                    <a:pt x="0" y="0"/>
                  </a:lnTo>
                  <a:lnTo>
                    <a:pt x="2106752" y="3000248"/>
                  </a:lnTo>
                  <a:lnTo>
                    <a:pt x="0" y="5792660"/>
                  </a:lnTo>
                  <a:lnTo>
                    <a:pt x="3091611" y="2884398"/>
                  </a:lnTo>
                  <a:close/>
                </a:path>
                <a:path extrusionOk="0" h="5793105" w="5574665">
                  <a:moveTo>
                    <a:pt x="5574246" y="2884398"/>
                  </a:moveTo>
                  <a:lnTo>
                    <a:pt x="0" y="0"/>
                  </a:lnTo>
                  <a:lnTo>
                    <a:pt x="3737699" y="3000248"/>
                  </a:lnTo>
                  <a:lnTo>
                    <a:pt x="0" y="5792660"/>
                  </a:lnTo>
                  <a:lnTo>
                    <a:pt x="5574246" y="2884398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9738" y="7711657"/>
              <a:ext cx="6930390" cy="1196340"/>
            </a:xfrm>
            <a:custGeom>
              <a:rect b="b" l="l" r="r" t="t"/>
              <a:pathLst>
                <a:path extrusionOk="0" h="1196340" w="6930390">
                  <a:moveTo>
                    <a:pt x="6930385" y="0"/>
                  </a:moveTo>
                  <a:lnTo>
                    <a:pt x="0" y="0"/>
                  </a:lnTo>
                  <a:lnTo>
                    <a:pt x="0" y="1195974"/>
                  </a:lnTo>
                  <a:lnTo>
                    <a:pt x="6930385" y="1195974"/>
                  </a:lnTo>
                  <a:lnTo>
                    <a:pt x="6930385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9" name="Google Shape;429;p8"/>
            <p:cNvSpPr/>
            <p:nvPr/>
          </p:nvSpPr>
          <p:spPr>
            <a:xfrm>
              <a:off x="331838" y="7994465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30"/>
                  </a:moveTo>
                  <a:lnTo>
                    <a:pt x="0" y="0"/>
                  </a:lnTo>
                  <a:lnTo>
                    <a:pt x="0" y="611860"/>
                  </a:lnTo>
                  <a:lnTo>
                    <a:pt x="394309" y="305930"/>
                  </a:lnTo>
                  <a:close/>
                </a:path>
                <a:path extrusionOk="0" h="612140" w="6324600">
                  <a:moveTo>
                    <a:pt x="933411" y="305930"/>
                  </a:moveTo>
                  <a:lnTo>
                    <a:pt x="539115" y="0"/>
                  </a:lnTo>
                  <a:lnTo>
                    <a:pt x="539115" y="611860"/>
                  </a:lnTo>
                  <a:lnTo>
                    <a:pt x="933411" y="305930"/>
                  </a:lnTo>
                  <a:close/>
                </a:path>
                <a:path extrusionOk="0" h="612140" w="6324600">
                  <a:moveTo>
                    <a:pt x="1472526" y="305930"/>
                  </a:moveTo>
                  <a:lnTo>
                    <a:pt x="1078217" y="0"/>
                  </a:lnTo>
                  <a:lnTo>
                    <a:pt x="1078217" y="611860"/>
                  </a:lnTo>
                  <a:lnTo>
                    <a:pt x="1472526" y="305930"/>
                  </a:lnTo>
                  <a:close/>
                </a:path>
                <a:path extrusionOk="0" h="612140" w="6324600">
                  <a:moveTo>
                    <a:pt x="2011629" y="305930"/>
                  </a:moveTo>
                  <a:lnTo>
                    <a:pt x="1617332" y="0"/>
                  </a:lnTo>
                  <a:lnTo>
                    <a:pt x="1617332" y="611860"/>
                  </a:lnTo>
                  <a:lnTo>
                    <a:pt x="2011629" y="305930"/>
                  </a:lnTo>
                  <a:close/>
                </a:path>
                <a:path extrusionOk="0" h="612140" w="6324600">
                  <a:moveTo>
                    <a:pt x="2550744" y="305930"/>
                  </a:moveTo>
                  <a:lnTo>
                    <a:pt x="2156434" y="0"/>
                  </a:lnTo>
                  <a:lnTo>
                    <a:pt x="2156434" y="611860"/>
                  </a:lnTo>
                  <a:lnTo>
                    <a:pt x="2550744" y="305930"/>
                  </a:lnTo>
                  <a:close/>
                </a:path>
                <a:path extrusionOk="0" h="612140" w="6324600">
                  <a:moveTo>
                    <a:pt x="3089846" y="305930"/>
                  </a:moveTo>
                  <a:lnTo>
                    <a:pt x="2695549" y="0"/>
                  </a:lnTo>
                  <a:lnTo>
                    <a:pt x="2695549" y="611860"/>
                  </a:lnTo>
                  <a:lnTo>
                    <a:pt x="3089846" y="305930"/>
                  </a:lnTo>
                  <a:close/>
                </a:path>
                <a:path extrusionOk="0" h="612140" w="6324600">
                  <a:moveTo>
                    <a:pt x="3628961" y="305930"/>
                  </a:moveTo>
                  <a:lnTo>
                    <a:pt x="3234664" y="0"/>
                  </a:lnTo>
                  <a:lnTo>
                    <a:pt x="3234664" y="611860"/>
                  </a:lnTo>
                  <a:lnTo>
                    <a:pt x="3628961" y="305930"/>
                  </a:lnTo>
                  <a:close/>
                </a:path>
                <a:path extrusionOk="0" h="612140" w="6324600">
                  <a:moveTo>
                    <a:pt x="4168063" y="305930"/>
                  </a:moveTo>
                  <a:lnTo>
                    <a:pt x="3773767" y="0"/>
                  </a:lnTo>
                  <a:lnTo>
                    <a:pt x="3773767" y="611860"/>
                  </a:lnTo>
                  <a:lnTo>
                    <a:pt x="4168063" y="305930"/>
                  </a:lnTo>
                  <a:close/>
                </a:path>
                <a:path extrusionOk="0" h="612140" w="6324600">
                  <a:moveTo>
                    <a:pt x="4707179" y="305930"/>
                  </a:moveTo>
                  <a:lnTo>
                    <a:pt x="4312882" y="0"/>
                  </a:lnTo>
                  <a:lnTo>
                    <a:pt x="4312882" y="611860"/>
                  </a:lnTo>
                  <a:lnTo>
                    <a:pt x="4707179" y="305930"/>
                  </a:lnTo>
                  <a:close/>
                </a:path>
                <a:path extrusionOk="0" h="612140" w="6324600">
                  <a:moveTo>
                    <a:pt x="5246281" y="305930"/>
                  </a:moveTo>
                  <a:lnTo>
                    <a:pt x="4851984" y="0"/>
                  </a:lnTo>
                  <a:lnTo>
                    <a:pt x="4851984" y="611860"/>
                  </a:lnTo>
                  <a:lnTo>
                    <a:pt x="5246281" y="305930"/>
                  </a:lnTo>
                  <a:close/>
                </a:path>
                <a:path extrusionOk="0" h="612140" w="6324600">
                  <a:moveTo>
                    <a:pt x="5785396" y="305930"/>
                  </a:moveTo>
                  <a:lnTo>
                    <a:pt x="5391099" y="0"/>
                  </a:lnTo>
                  <a:lnTo>
                    <a:pt x="5391099" y="611860"/>
                  </a:lnTo>
                  <a:lnTo>
                    <a:pt x="5785396" y="305930"/>
                  </a:lnTo>
                  <a:close/>
                </a:path>
                <a:path extrusionOk="0" h="612140" w="6324600">
                  <a:moveTo>
                    <a:pt x="6324498" y="305930"/>
                  </a:moveTo>
                  <a:lnTo>
                    <a:pt x="5930201" y="0"/>
                  </a:lnTo>
                  <a:lnTo>
                    <a:pt x="5930201" y="611860"/>
                  </a:lnTo>
                  <a:lnTo>
                    <a:pt x="6324498" y="305930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30" name="Google Shape;430;p8"/>
            <p:cNvSpPr/>
            <p:nvPr/>
          </p:nvSpPr>
          <p:spPr>
            <a:xfrm>
              <a:off x="9728" y="1922341"/>
              <a:ext cx="8126730" cy="6985634"/>
            </a:xfrm>
            <a:custGeom>
              <a:rect b="b" l="l" r="r" t="t"/>
              <a:pathLst>
                <a:path extrusionOk="0" h="6985634" w="8126730">
                  <a:moveTo>
                    <a:pt x="854252" y="0"/>
                  </a:moveTo>
                  <a:lnTo>
                    <a:pt x="0" y="0"/>
                  </a:lnTo>
                  <a:lnTo>
                    <a:pt x="0" y="211988"/>
                  </a:lnTo>
                  <a:lnTo>
                    <a:pt x="854252" y="211988"/>
                  </a:lnTo>
                  <a:lnTo>
                    <a:pt x="854252" y="0"/>
                  </a:lnTo>
                  <a:close/>
                </a:path>
                <a:path extrusionOk="0" h="6985634" w="8126730">
                  <a:moveTo>
                    <a:pt x="854265" y="5596331"/>
                  </a:moveTo>
                  <a:lnTo>
                    <a:pt x="12" y="5596331"/>
                  </a:lnTo>
                  <a:lnTo>
                    <a:pt x="12" y="5792660"/>
                  </a:lnTo>
                  <a:lnTo>
                    <a:pt x="854265" y="5792660"/>
                  </a:lnTo>
                  <a:lnTo>
                    <a:pt x="854265" y="5596331"/>
                  </a:lnTo>
                  <a:close/>
                </a:path>
                <a:path extrusionOk="0" h="6985634" w="8126730">
                  <a:moveTo>
                    <a:pt x="854265" y="5165839"/>
                  </a:moveTo>
                  <a:lnTo>
                    <a:pt x="12" y="5165839"/>
                  </a:lnTo>
                  <a:lnTo>
                    <a:pt x="12" y="5363375"/>
                  </a:lnTo>
                  <a:lnTo>
                    <a:pt x="854265" y="5363375"/>
                  </a:lnTo>
                  <a:lnTo>
                    <a:pt x="854265" y="5165839"/>
                  </a:lnTo>
                  <a:close/>
                </a:path>
                <a:path extrusionOk="0" h="6985634" w="8126730">
                  <a:moveTo>
                    <a:pt x="854265" y="4735360"/>
                  </a:moveTo>
                  <a:lnTo>
                    <a:pt x="12" y="4735360"/>
                  </a:lnTo>
                  <a:lnTo>
                    <a:pt x="12" y="4934102"/>
                  </a:lnTo>
                  <a:lnTo>
                    <a:pt x="854265" y="4934102"/>
                  </a:lnTo>
                  <a:lnTo>
                    <a:pt x="854265" y="4735360"/>
                  </a:lnTo>
                  <a:close/>
                </a:path>
                <a:path extrusionOk="0" h="6985634" w="8126730">
                  <a:moveTo>
                    <a:pt x="854265" y="4304881"/>
                  </a:moveTo>
                  <a:lnTo>
                    <a:pt x="12" y="4304881"/>
                  </a:lnTo>
                  <a:lnTo>
                    <a:pt x="12" y="4504817"/>
                  </a:lnTo>
                  <a:lnTo>
                    <a:pt x="854265" y="4504817"/>
                  </a:lnTo>
                  <a:lnTo>
                    <a:pt x="854265" y="4304881"/>
                  </a:lnTo>
                  <a:close/>
                </a:path>
                <a:path extrusionOk="0" h="6985634" w="8126730">
                  <a:moveTo>
                    <a:pt x="854265" y="3874389"/>
                  </a:moveTo>
                  <a:lnTo>
                    <a:pt x="12" y="3874389"/>
                  </a:lnTo>
                  <a:lnTo>
                    <a:pt x="12" y="4075531"/>
                  </a:lnTo>
                  <a:lnTo>
                    <a:pt x="854265" y="4075531"/>
                  </a:lnTo>
                  <a:lnTo>
                    <a:pt x="854265" y="3874389"/>
                  </a:lnTo>
                  <a:close/>
                </a:path>
                <a:path extrusionOk="0" h="6985634" w="8126730">
                  <a:moveTo>
                    <a:pt x="854265" y="3443897"/>
                  </a:moveTo>
                  <a:lnTo>
                    <a:pt x="12" y="3443897"/>
                  </a:lnTo>
                  <a:lnTo>
                    <a:pt x="12" y="3646246"/>
                  </a:lnTo>
                  <a:lnTo>
                    <a:pt x="854265" y="3646246"/>
                  </a:lnTo>
                  <a:lnTo>
                    <a:pt x="854265" y="3443897"/>
                  </a:lnTo>
                  <a:close/>
                </a:path>
                <a:path extrusionOk="0" h="6985634" w="8126730">
                  <a:moveTo>
                    <a:pt x="854265" y="3013405"/>
                  </a:moveTo>
                  <a:lnTo>
                    <a:pt x="12" y="3013405"/>
                  </a:lnTo>
                  <a:lnTo>
                    <a:pt x="12" y="3216960"/>
                  </a:lnTo>
                  <a:lnTo>
                    <a:pt x="854265" y="3216960"/>
                  </a:lnTo>
                  <a:lnTo>
                    <a:pt x="854265" y="3013405"/>
                  </a:lnTo>
                  <a:close/>
                </a:path>
                <a:path extrusionOk="0" h="6985634" w="8126730">
                  <a:moveTo>
                    <a:pt x="854265" y="2582926"/>
                  </a:moveTo>
                  <a:lnTo>
                    <a:pt x="12" y="2582926"/>
                  </a:lnTo>
                  <a:lnTo>
                    <a:pt x="12" y="2787688"/>
                  </a:lnTo>
                  <a:lnTo>
                    <a:pt x="854265" y="2787688"/>
                  </a:lnTo>
                  <a:lnTo>
                    <a:pt x="854265" y="2582926"/>
                  </a:lnTo>
                  <a:close/>
                </a:path>
                <a:path extrusionOk="0" h="6985634" w="8126730">
                  <a:moveTo>
                    <a:pt x="854265" y="2152434"/>
                  </a:moveTo>
                  <a:lnTo>
                    <a:pt x="12" y="2152434"/>
                  </a:lnTo>
                  <a:lnTo>
                    <a:pt x="12" y="2358402"/>
                  </a:lnTo>
                  <a:lnTo>
                    <a:pt x="854265" y="2358402"/>
                  </a:lnTo>
                  <a:lnTo>
                    <a:pt x="854265" y="2152434"/>
                  </a:lnTo>
                  <a:close/>
                </a:path>
                <a:path extrusionOk="0" h="6985634" w="8126730">
                  <a:moveTo>
                    <a:pt x="854265" y="1721942"/>
                  </a:moveTo>
                  <a:lnTo>
                    <a:pt x="12" y="1721942"/>
                  </a:lnTo>
                  <a:lnTo>
                    <a:pt x="12" y="1929117"/>
                  </a:lnTo>
                  <a:lnTo>
                    <a:pt x="854265" y="1929117"/>
                  </a:lnTo>
                  <a:lnTo>
                    <a:pt x="854265" y="1721942"/>
                  </a:lnTo>
                  <a:close/>
                </a:path>
                <a:path extrusionOk="0" h="6985634" w="8126730">
                  <a:moveTo>
                    <a:pt x="854265" y="1291463"/>
                  </a:moveTo>
                  <a:lnTo>
                    <a:pt x="12" y="1291463"/>
                  </a:lnTo>
                  <a:lnTo>
                    <a:pt x="12" y="1499831"/>
                  </a:lnTo>
                  <a:lnTo>
                    <a:pt x="854265" y="1499831"/>
                  </a:lnTo>
                  <a:lnTo>
                    <a:pt x="854265" y="1291463"/>
                  </a:lnTo>
                  <a:close/>
                </a:path>
                <a:path extrusionOk="0" h="6985634" w="8126730">
                  <a:moveTo>
                    <a:pt x="854265" y="860983"/>
                  </a:moveTo>
                  <a:lnTo>
                    <a:pt x="12" y="860983"/>
                  </a:lnTo>
                  <a:lnTo>
                    <a:pt x="12" y="1070559"/>
                  </a:lnTo>
                  <a:lnTo>
                    <a:pt x="854265" y="1070559"/>
                  </a:lnTo>
                  <a:lnTo>
                    <a:pt x="854265" y="860983"/>
                  </a:lnTo>
                  <a:close/>
                </a:path>
                <a:path extrusionOk="0" h="6985634" w="8126730">
                  <a:moveTo>
                    <a:pt x="854265" y="430491"/>
                  </a:moveTo>
                  <a:lnTo>
                    <a:pt x="12" y="430491"/>
                  </a:lnTo>
                  <a:lnTo>
                    <a:pt x="12" y="641273"/>
                  </a:lnTo>
                  <a:lnTo>
                    <a:pt x="854265" y="641273"/>
                  </a:lnTo>
                  <a:lnTo>
                    <a:pt x="854265" y="430491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789320"/>
                  </a:lnTo>
                  <a:lnTo>
                    <a:pt x="6930390" y="584168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5935827"/>
                  </a:lnTo>
                  <a:lnTo>
                    <a:pt x="6930390" y="5984633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082322"/>
                  </a:lnTo>
                  <a:lnTo>
                    <a:pt x="6930390" y="6127585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228829"/>
                  </a:lnTo>
                  <a:lnTo>
                    <a:pt x="6930390" y="6270536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375349"/>
                  </a:lnTo>
                  <a:lnTo>
                    <a:pt x="6930390" y="6413487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521844"/>
                  </a:lnTo>
                  <a:lnTo>
                    <a:pt x="6930390" y="6556438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668351"/>
                  </a:lnTo>
                  <a:lnTo>
                    <a:pt x="6930390" y="6699402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814858"/>
                  </a:lnTo>
                  <a:lnTo>
                    <a:pt x="6930390" y="6842341"/>
                  </a:lnTo>
                  <a:lnTo>
                    <a:pt x="8126362" y="5789320"/>
                  </a:lnTo>
                  <a:close/>
                </a:path>
                <a:path extrusionOk="0" h="6985634" w="8126730">
                  <a:moveTo>
                    <a:pt x="8126362" y="5789320"/>
                  </a:moveTo>
                  <a:lnTo>
                    <a:pt x="6930390" y="6961365"/>
                  </a:lnTo>
                  <a:lnTo>
                    <a:pt x="6930390" y="6985292"/>
                  </a:lnTo>
                  <a:lnTo>
                    <a:pt x="8126362" y="578932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431" name="Google Shape;431;p8"/>
          <p:cNvSpPr txBox="1"/>
          <p:nvPr>
            <p:ph idx="1" type="body"/>
          </p:nvPr>
        </p:nvSpPr>
        <p:spPr>
          <a:xfrm>
            <a:off x="6505628" y="1211798"/>
            <a:ext cx="4945967" cy="19940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accen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32" name="Google Shape;432;p8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433" name="Google Shape;433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104858" y="5568090"/>
            <a:ext cx="2582893" cy="77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Slide">
  <p:cSld name="14_Title Slide"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9"/>
          <p:cNvSpPr/>
          <p:nvPr/>
        </p:nvSpPr>
        <p:spPr>
          <a:xfrm>
            <a:off x="0" y="0"/>
            <a:ext cx="1218365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6" name="Google Shape;436;p9"/>
          <p:cNvSpPr txBox="1"/>
          <p:nvPr>
            <p:ph idx="1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A915"/>
              </a:buClr>
              <a:buSzPts val="4400"/>
              <a:buFont typeface="Arial"/>
              <a:buNone/>
              <a:defRPr b="0" i="0" sz="4400" u="none" cap="none" strike="noStrike">
                <a:solidFill>
                  <a:srgbClr val="FFA915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37" name="Google Shape;437;p9"/>
          <p:cNvSpPr txBox="1"/>
          <p:nvPr>
            <p:ph idx="2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438" name="Google Shape;438;p9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439" name="Google Shape;439;p9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440" name="Google Shape;440;p9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1" name="Google Shape;441;p9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2" name="Google Shape;442;p9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3" name="Google Shape;443;p9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44" name="Google Shape;444;p9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45" name="Google Shape;445;p9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446" name="Google Shape;446;p9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7" name="Google Shape;447;p9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8" name="Google Shape;448;p9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49" name="Google Shape;449;p9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50" name="Google Shape;450;p9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1" name="Google Shape;451;p9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2" name="Google Shape;452;p9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53" name="Google Shape;453;p9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454" name="Google Shape;454;p9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5" name="Google Shape;455;p9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6" name="Google Shape;456;p9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7" name="Google Shape;457;p9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58" name="Google Shape;458;p9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59" name="Google Shape;459;p9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460" name="Google Shape;460;p9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1" name="Google Shape;461;p9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462" name="Google Shape;462;p9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463" name="Google Shape;463;p9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464" name="Google Shape;464;p9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5" name="Google Shape;465;p9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6" name="Google Shape;466;p9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7" name="Google Shape;467;p9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68" name="Google Shape;468;p9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69" name="Google Shape;469;p9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470" name="Google Shape;470;p9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1" name="Google Shape;471;p9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72" name="Google Shape;472;p9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73" name="Google Shape;473;p9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4" name="Google Shape;474;p9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75" name="Google Shape;475;p9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476" name="Google Shape;476;p9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7" name="Google Shape;477;p9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78" name="Google Shape;478;p9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79" name="Google Shape;479;p9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80" name="Google Shape;480;p9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1" name="Google Shape;481;p9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82" name="Google Shape;482;p9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483" name="Google Shape;483;p9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4" name="Google Shape;484;p9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85" name="Google Shape;485;p9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86" name="Google Shape;486;p9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487" name="Google Shape;487;p9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8" name="Google Shape;488;p9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89" name="Google Shape;489;p9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0" name="Google Shape;490;p9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491" name="Google Shape;491;p9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92" name="Google Shape;492;p9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493" name="Google Shape;493;p9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4" name="Google Shape;494;p9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5" name="Google Shape;495;p9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6" name="Google Shape;496;p9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497" name="Google Shape;497;p9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498" name="Google Shape;498;p9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499" name="Google Shape;499;p9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0" name="Google Shape;500;p9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501" name="Google Shape;501;p9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502" name="Google Shape;502;p9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503" name="Google Shape;503;p9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4" name="Google Shape;504;p9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5" name="Google Shape;505;p9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6" name="Google Shape;506;p9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07" name="Google Shape;507;p9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08" name="Google Shape;508;p9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509" name="Google Shape;509;p9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0" name="Google Shape;510;p9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11" name="Google Shape;511;p9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12" name="Google Shape;512;p9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3" name="Google Shape;513;p9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14" name="Google Shape;514;p9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515" name="Google Shape;515;p9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6" name="Google Shape;516;p9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17" name="Google Shape;517;p9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18" name="Google Shape;518;p9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19" name="Google Shape;519;p9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20" name="Google Shape;520;p9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21" name="Google Shape;521;p9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522" name="Google Shape;522;p9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23" name="Google Shape;523;p9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24" name="Google Shape;524;p9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525" name="Google Shape;525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929225" y="295100"/>
            <a:ext cx="1972325" cy="592276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9"/>
          <p:cNvSpPr txBox="1"/>
          <p:nvPr/>
        </p:nvSpPr>
        <p:spPr>
          <a:xfrm>
            <a:off x="7142625" y="6258825"/>
            <a:ext cx="48627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None/>
            </a:pPr>
            <a:r>
              <a:rPr lang="en-MY" sz="1000" u="sng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Interledger.org</a:t>
            </a:r>
            <a:r>
              <a:rPr lang="en-MY" sz="10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endParaRPr sz="10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 sz="10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sz="10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>
  <p:cSld name="13_Title Slide"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10"/>
          <p:cNvSpPr txBox="1"/>
          <p:nvPr>
            <p:ph idx="1" type="body"/>
          </p:nvPr>
        </p:nvSpPr>
        <p:spPr>
          <a:xfrm>
            <a:off x="7142627" y="6566902"/>
            <a:ext cx="4862560" cy="20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C2C2C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29" name="Google Shape;529;p10"/>
          <p:cNvSpPr txBox="1"/>
          <p:nvPr>
            <p:ph idx="2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A915"/>
              </a:buClr>
              <a:buSzPts val="4400"/>
              <a:buFont typeface="Arial"/>
              <a:buNone/>
              <a:defRPr b="0" i="0" sz="4400" u="none" cap="none" strike="noStrike">
                <a:solidFill>
                  <a:srgbClr val="FFA915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530" name="Google Shape;530;p10"/>
          <p:cNvGrpSpPr/>
          <p:nvPr/>
        </p:nvGrpSpPr>
        <p:grpSpPr>
          <a:xfrm>
            <a:off x="0" y="6344554"/>
            <a:ext cx="9069309" cy="302872"/>
            <a:chOff x="0" y="10689312"/>
            <a:chExt cx="13090804" cy="437171"/>
          </a:xfrm>
        </p:grpSpPr>
        <p:grpSp>
          <p:nvGrpSpPr>
            <p:cNvPr id="531" name="Google Shape;531;p10"/>
            <p:cNvGrpSpPr/>
            <p:nvPr/>
          </p:nvGrpSpPr>
          <p:grpSpPr>
            <a:xfrm>
              <a:off x="0" y="10690041"/>
              <a:ext cx="858479" cy="435034"/>
              <a:chOff x="0" y="10690041"/>
              <a:chExt cx="858479" cy="435034"/>
            </a:xfrm>
          </p:grpSpPr>
          <p:sp>
            <p:nvSpPr>
              <p:cNvPr id="532" name="Google Shape;532;p10"/>
              <p:cNvSpPr/>
              <p:nvPr/>
            </p:nvSpPr>
            <p:spPr>
              <a:xfrm>
                <a:off x="0" y="10690548"/>
                <a:ext cx="423545" cy="423545"/>
              </a:xfrm>
              <a:custGeom>
                <a:rect b="b" l="l" r="r" t="t"/>
                <a:pathLst>
                  <a:path extrusionOk="0" h="423545" w="423545">
                    <a:moveTo>
                      <a:pt x="423265" y="76"/>
                    </a:moveTo>
                    <a:lnTo>
                      <a:pt x="0" y="112052"/>
                    </a:lnTo>
                    <a:lnTo>
                      <a:pt x="0" y="124612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265" y="76"/>
                    </a:moveTo>
                    <a:lnTo>
                      <a:pt x="0" y="149402"/>
                    </a:lnTo>
                    <a:lnTo>
                      <a:pt x="0" y="161963"/>
                    </a:lnTo>
                    <a:lnTo>
                      <a:pt x="423265" y="76"/>
                    </a:lnTo>
                    <a:close/>
                  </a:path>
                  <a:path extrusionOk="0" h="423545" w="423545">
                    <a:moveTo>
                      <a:pt x="423341" y="38"/>
                    </a:moveTo>
                    <a:lnTo>
                      <a:pt x="0" y="74688"/>
                    </a:lnTo>
                    <a:lnTo>
                      <a:pt x="0" y="87236"/>
                    </a:lnTo>
                    <a:lnTo>
                      <a:pt x="423341" y="38"/>
                    </a:lnTo>
                    <a:close/>
                  </a:path>
                  <a:path extrusionOk="0" h="423545" w="423545">
                    <a:moveTo>
                      <a:pt x="423379" y="38"/>
                    </a:move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0"/>
                    </a:lnTo>
                    <a:lnTo>
                      <a:pt x="0" y="1252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50"/>
                    </a:lnTo>
                    <a:lnTo>
                      <a:pt x="0" y="49872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186753"/>
                    </a:lnTo>
                    <a:lnTo>
                      <a:pt x="0" y="19933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24091"/>
                    </a:lnTo>
                    <a:lnTo>
                      <a:pt x="0" y="236689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61454"/>
                    </a:lnTo>
                    <a:lnTo>
                      <a:pt x="0" y="27405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298805"/>
                    </a:lnTo>
                    <a:lnTo>
                      <a:pt x="0" y="311416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36143"/>
                    </a:lnTo>
                    <a:lnTo>
                      <a:pt x="0" y="348780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373494"/>
                    </a:lnTo>
                    <a:lnTo>
                      <a:pt x="0" y="386143"/>
                    </a:lnTo>
                    <a:lnTo>
                      <a:pt x="423494" y="0"/>
                    </a:lnTo>
                    <a:close/>
                  </a:path>
                  <a:path extrusionOk="0" h="423545" w="423545">
                    <a:moveTo>
                      <a:pt x="423494" y="0"/>
                    </a:moveTo>
                    <a:lnTo>
                      <a:pt x="0" y="410857"/>
                    </a:lnTo>
                    <a:lnTo>
                      <a:pt x="0" y="423506"/>
                    </a:lnTo>
                    <a:lnTo>
                      <a:pt x="423494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3" name="Google Shape;533;p10"/>
              <p:cNvSpPr/>
              <p:nvPr/>
            </p:nvSpPr>
            <p:spPr>
              <a:xfrm>
                <a:off x="423500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4" name="Google Shape;534;p10"/>
              <p:cNvSpPr/>
              <p:nvPr/>
            </p:nvSpPr>
            <p:spPr>
              <a:xfrm>
                <a:off x="423504" y="10690041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5" name="Google Shape;535;p10"/>
              <p:cNvSpPr/>
              <p:nvPr/>
            </p:nvSpPr>
            <p:spPr>
              <a:xfrm>
                <a:off x="423504" y="10845675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90" y="0"/>
                    </a:moveTo>
                    <a:lnTo>
                      <a:pt x="0" y="0"/>
                    </a:lnTo>
                    <a:lnTo>
                      <a:pt x="279090" y="279090"/>
                    </a:lnTo>
                    <a:lnTo>
                      <a:pt x="27909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36" name="Google Shape;536;p10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423504" y="10845676"/>
                <a:ext cx="279086" cy="27908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7" name="Google Shape;537;p10"/>
            <p:cNvGrpSpPr/>
            <p:nvPr/>
          </p:nvGrpSpPr>
          <p:grpSpPr>
            <a:xfrm>
              <a:off x="858215" y="10690040"/>
              <a:ext cx="1375914" cy="434977"/>
              <a:chOff x="858215" y="10690040"/>
              <a:chExt cx="1375914" cy="434977"/>
            </a:xfrm>
          </p:grpSpPr>
          <p:sp>
            <p:nvSpPr>
              <p:cNvPr id="538" name="Google Shape;538;p10"/>
              <p:cNvSpPr/>
              <p:nvPr/>
            </p:nvSpPr>
            <p:spPr>
              <a:xfrm>
                <a:off x="136443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39" name="Google Shape;539;p10"/>
              <p:cNvSpPr/>
              <p:nvPr/>
            </p:nvSpPr>
            <p:spPr>
              <a:xfrm>
                <a:off x="1364424" y="10720876"/>
                <a:ext cx="434975" cy="373379"/>
              </a:xfrm>
              <a:custGeom>
                <a:rect b="b" l="l" r="r" t="t"/>
                <a:pathLst>
                  <a:path extrusionOk="0" h="373379" w="434975">
                    <a:moveTo>
                      <a:pt x="66509" y="351472"/>
                    </a:moveTo>
                    <a:lnTo>
                      <a:pt x="29095" y="329869"/>
                    </a:lnTo>
                    <a:lnTo>
                      <a:pt x="29095" y="373062"/>
                    </a:lnTo>
                    <a:lnTo>
                      <a:pt x="66509" y="351472"/>
                    </a:lnTo>
                    <a:close/>
                  </a:path>
                  <a:path extrusionOk="0" h="373379" w="434975">
                    <a:moveTo>
                      <a:pt x="66509" y="21590"/>
                    </a:moveTo>
                    <a:lnTo>
                      <a:pt x="29095" y="0"/>
                    </a:lnTo>
                    <a:lnTo>
                      <a:pt x="29095" y="43192"/>
                    </a:lnTo>
                    <a:lnTo>
                      <a:pt x="66509" y="21590"/>
                    </a:lnTo>
                    <a:close/>
                  </a:path>
                  <a:path extrusionOk="0" h="373379" w="434975">
                    <a:moveTo>
                      <a:pt x="135178" y="351472"/>
                    </a:moveTo>
                    <a:lnTo>
                      <a:pt x="97764" y="329869"/>
                    </a:lnTo>
                    <a:lnTo>
                      <a:pt x="97764" y="373062"/>
                    </a:lnTo>
                    <a:lnTo>
                      <a:pt x="135178" y="351472"/>
                    </a:lnTo>
                    <a:close/>
                  </a:path>
                  <a:path extrusionOk="0" h="373379" w="434975">
                    <a:moveTo>
                      <a:pt x="135178" y="21590"/>
                    </a:moveTo>
                    <a:lnTo>
                      <a:pt x="97764" y="0"/>
                    </a:lnTo>
                    <a:lnTo>
                      <a:pt x="97764" y="43192"/>
                    </a:lnTo>
                    <a:lnTo>
                      <a:pt x="135178" y="21590"/>
                    </a:lnTo>
                    <a:close/>
                  </a:path>
                  <a:path extrusionOk="0" h="373379" w="434975">
                    <a:moveTo>
                      <a:pt x="203847" y="351472"/>
                    </a:moveTo>
                    <a:lnTo>
                      <a:pt x="166433" y="329869"/>
                    </a:lnTo>
                    <a:lnTo>
                      <a:pt x="166433" y="373062"/>
                    </a:lnTo>
                    <a:lnTo>
                      <a:pt x="203847" y="351472"/>
                    </a:lnTo>
                    <a:close/>
                  </a:path>
                  <a:path extrusionOk="0" h="373379" w="434975">
                    <a:moveTo>
                      <a:pt x="203847" y="21590"/>
                    </a:moveTo>
                    <a:lnTo>
                      <a:pt x="166433" y="0"/>
                    </a:lnTo>
                    <a:lnTo>
                      <a:pt x="166433" y="43192"/>
                    </a:lnTo>
                    <a:lnTo>
                      <a:pt x="203847" y="21590"/>
                    </a:lnTo>
                    <a:close/>
                  </a:path>
                  <a:path extrusionOk="0" h="373379" w="434975">
                    <a:moveTo>
                      <a:pt x="272516" y="351472"/>
                    </a:moveTo>
                    <a:lnTo>
                      <a:pt x="235102" y="329869"/>
                    </a:lnTo>
                    <a:lnTo>
                      <a:pt x="235102" y="373062"/>
                    </a:lnTo>
                    <a:lnTo>
                      <a:pt x="272516" y="351472"/>
                    </a:lnTo>
                    <a:close/>
                  </a:path>
                  <a:path extrusionOk="0" h="373379" w="434975">
                    <a:moveTo>
                      <a:pt x="272516" y="21590"/>
                    </a:moveTo>
                    <a:lnTo>
                      <a:pt x="235102" y="0"/>
                    </a:lnTo>
                    <a:lnTo>
                      <a:pt x="235102" y="43192"/>
                    </a:lnTo>
                    <a:lnTo>
                      <a:pt x="272516" y="21590"/>
                    </a:lnTo>
                    <a:close/>
                  </a:path>
                  <a:path extrusionOk="0" h="373379" w="434975">
                    <a:moveTo>
                      <a:pt x="341185" y="351472"/>
                    </a:moveTo>
                    <a:lnTo>
                      <a:pt x="303771" y="329869"/>
                    </a:lnTo>
                    <a:lnTo>
                      <a:pt x="303771" y="373062"/>
                    </a:lnTo>
                    <a:lnTo>
                      <a:pt x="341185" y="351472"/>
                    </a:lnTo>
                    <a:close/>
                  </a:path>
                  <a:path extrusionOk="0" h="373379" w="434975">
                    <a:moveTo>
                      <a:pt x="341185" y="21590"/>
                    </a:moveTo>
                    <a:lnTo>
                      <a:pt x="303771" y="0"/>
                    </a:lnTo>
                    <a:lnTo>
                      <a:pt x="303771" y="43192"/>
                    </a:lnTo>
                    <a:lnTo>
                      <a:pt x="341185" y="21590"/>
                    </a:lnTo>
                    <a:close/>
                  </a:path>
                  <a:path extrusionOk="0" h="373379" w="434975">
                    <a:moveTo>
                      <a:pt x="409854" y="351472"/>
                    </a:moveTo>
                    <a:lnTo>
                      <a:pt x="372440" y="329869"/>
                    </a:lnTo>
                    <a:lnTo>
                      <a:pt x="372440" y="373062"/>
                    </a:lnTo>
                    <a:lnTo>
                      <a:pt x="409854" y="351472"/>
                    </a:lnTo>
                    <a:close/>
                  </a:path>
                  <a:path extrusionOk="0" h="373379" w="434975">
                    <a:moveTo>
                      <a:pt x="409854" y="21590"/>
                    </a:moveTo>
                    <a:lnTo>
                      <a:pt x="372440" y="0"/>
                    </a:lnTo>
                    <a:lnTo>
                      <a:pt x="372440" y="43192"/>
                    </a:lnTo>
                    <a:lnTo>
                      <a:pt x="409854" y="21590"/>
                    </a:lnTo>
                    <a:close/>
                  </a:path>
                  <a:path extrusionOk="0" h="373379" w="434975">
                    <a:moveTo>
                      <a:pt x="434721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34721" y="305295"/>
                    </a:lnTo>
                    <a:lnTo>
                      <a:pt x="434721" y="272110"/>
                    </a:lnTo>
                    <a:close/>
                  </a:path>
                  <a:path extrusionOk="0" h="373379" w="434975">
                    <a:moveTo>
                      <a:pt x="434721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34721" y="237528"/>
                    </a:lnTo>
                    <a:lnTo>
                      <a:pt x="434721" y="204343"/>
                    </a:lnTo>
                    <a:close/>
                  </a:path>
                  <a:path extrusionOk="0" h="373379" w="434975">
                    <a:moveTo>
                      <a:pt x="434721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34721" y="169760"/>
                    </a:lnTo>
                    <a:lnTo>
                      <a:pt x="434721" y="136575"/>
                    </a:lnTo>
                    <a:close/>
                  </a:path>
                  <a:path extrusionOk="0" h="373379" w="434975">
                    <a:moveTo>
                      <a:pt x="434721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34721" y="101993"/>
                    </a:lnTo>
                    <a:lnTo>
                      <a:pt x="434721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0" name="Google Shape;540;p10"/>
              <p:cNvSpPr/>
              <p:nvPr/>
            </p:nvSpPr>
            <p:spPr>
              <a:xfrm>
                <a:off x="1799154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1" name="Google Shape;541;p10"/>
              <p:cNvSpPr/>
              <p:nvPr/>
            </p:nvSpPr>
            <p:spPr>
              <a:xfrm>
                <a:off x="1858370" y="10749260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42" name="Google Shape;542;p10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97253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43" name="Google Shape;543;p10"/>
              <p:cNvSpPr/>
              <p:nvPr/>
            </p:nvSpPr>
            <p:spPr>
              <a:xfrm>
                <a:off x="858220" y="10690042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4" name="Google Shape;544;p10"/>
              <p:cNvSpPr/>
              <p:nvPr/>
            </p:nvSpPr>
            <p:spPr>
              <a:xfrm>
                <a:off x="858215" y="10690040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30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45" name="Google Shape;545;p10"/>
            <p:cNvGrpSpPr/>
            <p:nvPr/>
          </p:nvGrpSpPr>
          <p:grpSpPr>
            <a:xfrm>
              <a:off x="2740081" y="10690766"/>
              <a:ext cx="869693" cy="434986"/>
              <a:chOff x="2740081" y="10690766"/>
              <a:chExt cx="869693" cy="434986"/>
            </a:xfrm>
          </p:grpSpPr>
          <p:sp>
            <p:nvSpPr>
              <p:cNvPr id="546" name="Google Shape;546;p10"/>
              <p:cNvSpPr/>
              <p:nvPr/>
            </p:nvSpPr>
            <p:spPr>
              <a:xfrm>
                <a:off x="317479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7" name="Google Shape;547;p10"/>
              <p:cNvSpPr/>
              <p:nvPr/>
            </p:nvSpPr>
            <p:spPr>
              <a:xfrm>
                <a:off x="3174797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0" y="0"/>
                    </a:lnTo>
                    <a:lnTo>
                      <a:pt x="148386" y="215874"/>
                    </a:lnTo>
                    <a:lnTo>
                      <a:pt x="0" y="434721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21" y="215874"/>
                    </a:moveTo>
                    <a:lnTo>
                      <a:pt x="0" y="0"/>
                    </a:lnTo>
                    <a:lnTo>
                      <a:pt x="286219" y="215874"/>
                    </a:lnTo>
                    <a:lnTo>
                      <a:pt x="0" y="434721"/>
                    </a:lnTo>
                    <a:lnTo>
                      <a:pt x="434721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8" name="Google Shape;548;p10"/>
              <p:cNvSpPr/>
              <p:nvPr/>
            </p:nvSpPr>
            <p:spPr>
              <a:xfrm>
                <a:off x="2740081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49" name="Google Shape;549;p10"/>
              <p:cNvSpPr/>
              <p:nvPr/>
            </p:nvSpPr>
            <p:spPr>
              <a:xfrm>
                <a:off x="2820586" y="10771274"/>
                <a:ext cx="274319" cy="274320"/>
              </a:xfrm>
              <a:custGeom>
                <a:rect b="b" l="l" r="r" t="t"/>
                <a:pathLst>
                  <a:path extrusionOk="0" h="274320" w="274319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0" name="Google Shape;550;p10"/>
              <p:cNvSpPr/>
              <p:nvPr/>
            </p:nvSpPr>
            <p:spPr>
              <a:xfrm>
                <a:off x="2904819" y="10827568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51" name="Google Shape;551;p10"/>
            <p:cNvGrpSpPr/>
            <p:nvPr/>
          </p:nvGrpSpPr>
          <p:grpSpPr>
            <a:xfrm>
              <a:off x="2233866" y="10689316"/>
              <a:ext cx="506730" cy="434975"/>
              <a:chOff x="2233866" y="10689316"/>
              <a:chExt cx="506730" cy="434975"/>
            </a:xfrm>
          </p:grpSpPr>
          <p:sp>
            <p:nvSpPr>
              <p:cNvPr id="552" name="Google Shape;552;p10"/>
              <p:cNvSpPr/>
              <p:nvPr/>
            </p:nvSpPr>
            <p:spPr>
              <a:xfrm>
                <a:off x="2233866" y="10689316"/>
                <a:ext cx="506730" cy="434975"/>
              </a:xfrm>
              <a:custGeom>
                <a:rect b="b" l="l" r="r" t="t"/>
                <a:pathLst>
                  <a:path extrusionOk="0" h="434975" w="506730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3" name="Google Shape;553;p10"/>
              <p:cNvSpPr/>
              <p:nvPr/>
            </p:nvSpPr>
            <p:spPr>
              <a:xfrm>
                <a:off x="2430364" y="10826784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554" name="Google Shape;554;p10"/>
            <p:cNvSpPr/>
            <p:nvPr/>
          </p:nvSpPr>
          <p:spPr>
            <a:xfrm>
              <a:off x="6796786" y="10691450"/>
              <a:ext cx="436245" cy="434975"/>
            </a:xfrm>
            <a:custGeom>
              <a:rect b="b" l="l" r="r" t="t"/>
              <a:pathLst>
                <a:path extrusionOk="0" h="434975" w="436245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5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5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5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5">
                  <a:moveTo>
                    <a:pt x="435978" y="101"/>
                  </a:moveTo>
                  <a:close/>
                </a:path>
                <a:path extrusionOk="0" h="434975" w="436245">
                  <a:moveTo>
                    <a:pt x="435978" y="50"/>
                  </a:move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5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5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555" name="Google Shape;555;p10"/>
            <p:cNvGrpSpPr/>
            <p:nvPr/>
          </p:nvGrpSpPr>
          <p:grpSpPr>
            <a:xfrm>
              <a:off x="4987111" y="10691448"/>
              <a:ext cx="869699" cy="434990"/>
              <a:chOff x="4987111" y="10691448"/>
              <a:chExt cx="869699" cy="434990"/>
            </a:xfrm>
          </p:grpSpPr>
          <p:sp>
            <p:nvSpPr>
              <p:cNvPr id="556" name="Google Shape;556;p10"/>
              <p:cNvSpPr/>
              <p:nvPr/>
            </p:nvSpPr>
            <p:spPr>
              <a:xfrm>
                <a:off x="5421835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7" name="Google Shape;557;p10"/>
              <p:cNvSpPr/>
              <p:nvPr/>
            </p:nvSpPr>
            <p:spPr>
              <a:xfrm>
                <a:off x="5421820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58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58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12" y="0"/>
                    </a:lnTo>
                    <a:lnTo>
                      <a:pt x="148399" y="215861"/>
                    </a:lnTo>
                    <a:lnTo>
                      <a:pt x="12" y="434721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12" y="0"/>
                    </a:lnTo>
                    <a:lnTo>
                      <a:pt x="286232" y="215861"/>
                    </a:lnTo>
                    <a:lnTo>
                      <a:pt x="12" y="434721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8" name="Google Shape;558;p10"/>
              <p:cNvSpPr/>
              <p:nvPr/>
            </p:nvSpPr>
            <p:spPr>
              <a:xfrm>
                <a:off x="498711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59" name="Google Shape;559;p10"/>
              <p:cNvSpPr/>
              <p:nvPr/>
            </p:nvSpPr>
            <p:spPr>
              <a:xfrm>
                <a:off x="5067620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0" name="Google Shape;560;p10"/>
              <p:cNvSpPr/>
              <p:nvPr/>
            </p:nvSpPr>
            <p:spPr>
              <a:xfrm>
                <a:off x="5151854" y="10828250"/>
                <a:ext cx="135889" cy="157479"/>
              </a:xfrm>
              <a:custGeom>
                <a:rect b="b" l="l" r="r" t="t"/>
                <a:pathLst>
                  <a:path extrusionOk="0" h="157479" w="135889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61" name="Google Shape;561;p10"/>
            <p:cNvGrpSpPr/>
            <p:nvPr/>
          </p:nvGrpSpPr>
          <p:grpSpPr>
            <a:xfrm>
              <a:off x="4046184" y="10690002"/>
              <a:ext cx="941448" cy="436346"/>
              <a:chOff x="4046184" y="10690002"/>
              <a:chExt cx="941448" cy="436346"/>
            </a:xfrm>
          </p:grpSpPr>
          <p:sp>
            <p:nvSpPr>
              <p:cNvPr id="562" name="Google Shape;562;p10"/>
              <p:cNvSpPr/>
              <p:nvPr/>
            </p:nvSpPr>
            <p:spPr>
              <a:xfrm>
                <a:off x="4046868" y="10691373"/>
                <a:ext cx="434339" cy="434975"/>
              </a:xfrm>
              <a:custGeom>
                <a:rect b="b" l="l" r="r" t="t"/>
                <a:pathLst>
                  <a:path extrusionOk="0" h="434975" w="434339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3" name="Google Shape;563;p10"/>
              <p:cNvSpPr/>
              <p:nvPr/>
            </p:nvSpPr>
            <p:spPr>
              <a:xfrm>
                <a:off x="4046184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64" name="Google Shape;564;p10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404619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65" name="Google Shape;565;p10"/>
              <p:cNvSpPr/>
              <p:nvPr/>
            </p:nvSpPr>
            <p:spPr>
              <a:xfrm>
                <a:off x="4480903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94" y="0"/>
                    </a:lnTo>
                    <a:lnTo>
                      <a:pt x="196494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94" y="296392"/>
                    </a:lnTo>
                    <a:lnTo>
                      <a:pt x="196494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6" name="Google Shape;566;p10"/>
              <p:cNvSpPr/>
              <p:nvPr/>
            </p:nvSpPr>
            <p:spPr>
              <a:xfrm>
                <a:off x="4677400" y="10827465"/>
                <a:ext cx="113664" cy="159384"/>
              </a:xfrm>
              <a:custGeom>
                <a:rect b="b" l="l" r="r" t="t"/>
                <a:pathLst>
                  <a:path extrusionOk="0" h="159384" w="113664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67" name="Google Shape;567;p10"/>
            <p:cNvGrpSpPr/>
            <p:nvPr/>
          </p:nvGrpSpPr>
          <p:grpSpPr>
            <a:xfrm>
              <a:off x="5856551" y="10691448"/>
              <a:ext cx="941449" cy="435035"/>
              <a:chOff x="5856551" y="10691448"/>
              <a:chExt cx="941449" cy="435035"/>
            </a:xfrm>
          </p:grpSpPr>
          <p:sp>
            <p:nvSpPr>
              <p:cNvPr id="568" name="Google Shape;568;p10"/>
              <p:cNvSpPr/>
              <p:nvPr/>
            </p:nvSpPr>
            <p:spPr>
              <a:xfrm>
                <a:off x="5856551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69" name="Google Shape;569;p10"/>
              <p:cNvSpPr/>
              <p:nvPr/>
            </p:nvSpPr>
            <p:spPr>
              <a:xfrm>
                <a:off x="585655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0" name="Google Shape;570;p10"/>
              <p:cNvSpPr/>
              <p:nvPr/>
            </p:nvSpPr>
            <p:spPr>
              <a:xfrm>
                <a:off x="5856558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71" name="Google Shape;571;p10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5856556" y="10847083"/>
                <a:ext cx="279083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72" name="Google Shape;572;p10"/>
              <p:cNvSpPr/>
              <p:nvPr/>
            </p:nvSpPr>
            <p:spPr>
              <a:xfrm>
                <a:off x="6291271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3" name="Google Shape;573;p10"/>
              <p:cNvSpPr/>
              <p:nvPr/>
            </p:nvSpPr>
            <p:spPr>
              <a:xfrm>
                <a:off x="6291262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74" name="Google Shape;574;p10"/>
            <p:cNvGrpSpPr/>
            <p:nvPr/>
          </p:nvGrpSpPr>
          <p:grpSpPr>
            <a:xfrm>
              <a:off x="3611467" y="10689312"/>
              <a:ext cx="434975" cy="434975"/>
              <a:chOff x="3611467" y="10689312"/>
              <a:chExt cx="434975" cy="434975"/>
            </a:xfrm>
          </p:grpSpPr>
          <p:sp>
            <p:nvSpPr>
              <p:cNvPr id="575" name="Google Shape;575;p10"/>
              <p:cNvSpPr/>
              <p:nvPr/>
            </p:nvSpPr>
            <p:spPr>
              <a:xfrm>
                <a:off x="3611467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76" name="Google Shape;576;p10"/>
              <p:cNvSpPr/>
              <p:nvPr/>
            </p:nvSpPr>
            <p:spPr>
              <a:xfrm>
                <a:off x="3670685" y="10748534"/>
                <a:ext cx="316864" cy="316865"/>
              </a:xfrm>
              <a:custGeom>
                <a:rect b="b" l="l" r="r" t="t"/>
                <a:pathLst>
                  <a:path extrusionOk="0" h="316865" w="316864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77" name="Google Shape;577;p10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8485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8" name="Google Shape;578;p10"/>
            <p:cNvGrpSpPr/>
            <p:nvPr/>
          </p:nvGrpSpPr>
          <p:grpSpPr>
            <a:xfrm>
              <a:off x="7228599" y="10690042"/>
              <a:ext cx="863299" cy="434975"/>
              <a:chOff x="7228599" y="10690042"/>
              <a:chExt cx="863299" cy="434975"/>
            </a:xfrm>
          </p:grpSpPr>
          <p:sp>
            <p:nvSpPr>
              <p:cNvPr id="579" name="Google Shape;579;p10"/>
              <p:cNvSpPr/>
              <p:nvPr/>
            </p:nvSpPr>
            <p:spPr>
              <a:xfrm>
                <a:off x="7228602" y="10690042"/>
                <a:ext cx="428625" cy="434975"/>
              </a:xfrm>
              <a:custGeom>
                <a:rect b="b" l="l" r="r" t="t"/>
                <a:pathLst>
                  <a:path extrusionOk="0" h="434975" w="428625">
                    <a:moveTo>
                      <a:pt x="428320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28320" y="434719"/>
                    </a:lnTo>
                    <a:lnTo>
                      <a:pt x="42832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0" name="Google Shape;580;p10"/>
              <p:cNvSpPr/>
              <p:nvPr/>
            </p:nvSpPr>
            <p:spPr>
              <a:xfrm>
                <a:off x="7228599" y="10720876"/>
                <a:ext cx="428625" cy="373379"/>
              </a:xfrm>
              <a:custGeom>
                <a:rect b="b" l="l" r="r" t="t"/>
                <a:pathLst>
                  <a:path extrusionOk="0" h="373379" w="428625">
                    <a:moveTo>
                      <a:pt x="60096" y="351472"/>
                    </a:moveTo>
                    <a:lnTo>
                      <a:pt x="22682" y="329869"/>
                    </a:lnTo>
                    <a:lnTo>
                      <a:pt x="22682" y="373062"/>
                    </a:lnTo>
                    <a:lnTo>
                      <a:pt x="60096" y="351472"/>
                    </a:lnTo>
                    <a:close/>
                  </a:path>
                  <a:path extrusionOk="0" h="373379" w="428625">
                    <a:moveTo>
                      <a:pt x="60096" y="21590"/>
                    </a:moveTo>
                    <a:lnTo>
                      <a:pt x="22682" y="0"/>
                    </a:lnTo>
                    <a:lnTo>
                      <a:pt x="22682" y="43192"/>
                    </a:lnTo>
                    <a:lnTo>
                      <a:pt x="60096" y="21590"/>
                    </a:lnTo>
                    <a:close/>
                  </a:path>
                  <a:path extrusionOk="0" h="373379" w="428625">
                    <a:moveTo>
                      <a:pt x="128765" y="351472"/>
                    </a:moveTo>
                    <a:lnTo>
                      <a:pt x="91351" y="329869"/>
                    </a:lnTo>
                    <a:lnTo>
                      <a:pt x="91351" y="373062"/>
                    </a:lnTo>
                    <a:lnTo>
                      <a:pt x="128765" y="351472"/>
                    </a:lnTo>
                    <a:close/>
                  </a:path>
                  <a:path extrusionOk="0" h="373379" w="428625">
                    <a:moveTo>
                      <a:pt x="128765" y="21590"/>
                    </a:moveTo>
                    <a:lnTo>
                      <a:pt x="91351" y="0"/>
                    </a:lnTo>
                    <a:lnTo>
                      <a:pt x="91351" y="43192"/>
                    </a:lnTo>
                    <a:lnTo>
                      <a:pt x="128765" y="21590"/>
                    </a:lnTo>
                    <a:close/>
                  </a:path>
                  <a:path extrusionOk="0" h="373379" w="428625">
                    <a:moveTo>
                      <a:pt x="197434" y="351472"/>
                    </a:moveTo>
                    <a:lnTo>
                      <a:pt x="160032" y="329869"/>
                    </a:lnTo>
                    <a:lnTo>
                      <a:pt x="160032" y="373062"/>
                    </a:lnTo>
                    <a:lnTo>
                      <a:pt x="197434" y="351472"/>
                    </a:lnTo>
                    <a:close/>
                  </a:path>
                  <a:path extrusionOk="0" h="373379" w="428625">
                    <a:moveTo>
                      <a:pt x="197434" y="21590"/>
                    </a:moveTo>
                    <a:lnTo>
                      <a:pt x="160032" y="0"/>
                    </a:lnTo>
                    <a:lnTo>
                      <a:pt x="160032" y="43192"/>
                    </a:lnTo>
                    <a:lnTo>
                      <a:pt x="197434" y="21590"/>
                    </a:lnTo>
                    <a:close/>
                  </a:path>
                  <a:path extrusionOk="0" h="373379" w="428625">
                    <a:moveTo>
                      <a:pt x="266103" y="351472"/>
                    </a:moveTo>
                    <a:lnTo>
                      <a:pt x="228701" y="329869"/>
                    </a:lnTo>
                    <a:lnTo>
                      <a:pt x="228701" y="373062"/>
                    </a:lnTo>
                    <a:lnTo>
                      <a:pt x="266103" y="351472"/>
                    </a:lnTo>
                    <a:close/>
                  </a:path>
                  <a:path extrusionOk="0" h="373379" w="428625">
                    <a:moveTo>
                      <a:pt x="266103" y="21590"/>
                    </a:moveTo>
                    <a:lnTo>
                      <a:pt x="228701" y="0"/>
                    </a:lnTo>
                    <a:lnTo>
                      <a:pt x="228701" y="43192"/>
                    </a:lnTo>
                    <a:lnTo>
                      <a:pt x="266103" y="21590"/>
                    </a:lnTo>
                    <a:close/>
                  </a:path>
                  <a:path extrusionOk="0" h="373379" w="428625">
                    <a:moveTo>
                      <a:pt x="334784" y="351472"/>
                    </a:moveTo>
                    <a:lnTo>
                      <a:pt x="297370" y="329869"/>
                    </a:lnTo>
                    <a:lnTo>
                      <a:pt x="297370" y="373062"/>
                    </a:lnTo>
                    <a:lnTo>
                      <a:pt x="334784" y="351472"/>
                    </a:lnTo>
                    <a:close/>
                  </a:path>
                  <a:path extrusionOk="0" h="373379" w="428625">
                    <a:moveTo>
                      <a:pt x="334784" y="21590"/>
                    </a:moveTo>
                    <a:lnTo>
                      <a:pt x="297370" y="0"/>
                    </a:lnTo>
                    <a:lnTo>
                      <a:pt x="297370" y="43192"/>
                    </a:lnTo>
                    <a:lnTo>
                      <a:pt x="334784" y="21590"/>
                    </a:lnTo>
                    <a:close/>
                  </a:path>
                  <a:path extrusionOk="0" h="373379" w="428625">
                    <a:moveTo>
                      <a:pt x="403453" y="351472"/>
                    </a:moveTo>
                    <a:lnTo>
                      <a:pt x="366039" y="329869"/>
                    </a:lnTo>
                    <a:lnTo>
                      <a:pt x="366039" y="373062"/>
                    </a:lnTo>
                    <a:lnTo>
                      <a:pt x="403453" y="351472"/>
                    </a:lnTo>
                    <a:close/>
                  </a:path>
                  <a:path extrusionOk="0" h="373379" w="428625">
                    <a:moveTo>
                      <a:pt x="403453" y="21590"/>
                    </a:moveTo>
                    <a:lnTo>
                      <a:pt x="366039" y="0"/>
                    </a:lnTo>
                    <a:lnTo>
                      <a:pt x="366039" y="43192"/>
                    </a:lnTo>
                    <a:lnTo>
                      <a:pt x="403453" y="21590"/>
                    </a:lnTo>
                    <a:close/>
                  </a:path>
                  <a:path extrusionOk="0" h="373379" w="428625">
                    <a:moveTo>
                      <a:pt x="428320" y="272110"/>
                    </a:moveTo>
                    <a:lnTo>
                      <a:pt x="0" y="272110"/>
                    </a:lnTo>
                    <a:lnTo>
                      <a:pt x="0" y="305295"/>
                    </a:lnTo>
                    <a:lnTo>
                      <a:pt x="428320" y="305295"/>
                    </a:lnTo>
                    <a:lnTo>
                      <a:pt x="428320" y="272110"/>
                    </a:lnTo>
                    <a:close/>
                  </a:path>
                  <a:path extrusionOk="0" h="373379" w="428625">
                    <a:moveTo>
                      <a:pt x="428320" y="204343"/>
                    </a:moveTo>
                    <a:lnTo>
                      <a:pt x="0" y="204343"/>
                    </a:lnTo>
                    <a:lnTo>
                      <a:pt x="0" y="237528"/>
                    </a:lnTo>
                    <a:lnTo>
                      <a:pt x="428320" y="237528"/>
                    </a:lnTo>
                    <a:lnTo>
                      <a:pt x="428320" y="204343"/>
                    </a:lnTo>
                    <a:close/>
                  </a:path>
                  <a:path extrusionOk="0" h="373379" w="428625">
                    <a:moveTo>
                      <a:pt x="428320" y="136575"/>
                    </a:moveTo>
                    <a:lnTo>
                      <a:pt x="0" y="136575"/>
                    </a:lnTo>
                    <a:lnTo>
                      <a:pt x="0" y="169760"/>
                    </a:lnTo>
                    <a:lnTo>
                      <a:pt x="428320" y="169760"/>
                    </a:lnTo>
                    <a:lnTo>
                      <a:pt x="428320" y="136575"/>
                    </a:lnTo>
                    <a:close/>
                  </a:path>
                  <a:path extrusionOk="0" h="373379" w="428625">
                    <a:moveTo>
                      <a:pt x="428320" y="68808"/>
                    </a:moveTo>
                    <a:lnTo>
                      <a:pt x="0" y="68808"/>
                    </a:lnTo>
                    <a:lnTo>
                      <a:pt x="0" y="101993"/>
                    </a:lnTo>
                    <a:lnTo>
                      <a:pt x="428320" y="101993"/>
                    </a:lnTo>
                    <a:lnTo>
                      <a:pt x="428320" y="68808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1" name="Google Shape;581;p10"/>
              <p:cNvSpPr/>
              <p:nvPr/>
            </p:nvSpPr>
            <p:spPr>
              <a:xfrm>
                <a:off x="7656923" y="1069004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2" name="Google Shape;582;p10"/>
              <p:cNvSpPr/>
              <p:nvPr/>
            </p:nvSpPr>
            <p:spPr>
              <a:xfrm>
                <a:off x="7716139" y="10749260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583" name="Google Shape;583;p10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7830305" y="10843364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84" name="Google Shape;584;p10"/>
            <p:cNvGrpSpPr/>
            <p:nvPr/>
          </p:nvGrpSpPr>
          <p:grpSpPr>
            <a:xfrm>
              <a:off x="8597850" y="10690766"/>
              <a:ext cx="869695" cy="434986"/>
              <a:chOff x="8597850" y="10690766"/>
              <a:chExt cx="869695" cy="434986"/>
            </a:xfrm>
          </p:grpSpPr>
          <p:sp>
            <p:nvSpPr>
              <p:cNvPr id="585" name="Google Shape;585;p10"/>
              <p:cNvSpPr/>
              <p:nvPr/>
            </p:nvSpPr>
            <p:spPr>
              <a:xfrm>
                <a:off x="9032569" y="1069077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6" name="Google Shape;586;p10"/>
              <p:cNvSpPr/>
              <p:nvPr/>
            </p:nvSpPr>
            <p:spPr>
              <a:xfrm>
                <a:off x="9032570" y="10690777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33" y="215874"/>
                    </a:moveTo>
                    <a:lnTo>
                      <a:pt x="0" y="0"/>
                    </a:lnTo>
                    <a:lnTo>
                      <a:pt x="58356" y="215874"/>
                    </a:lnTo>
                    <a:lnTo>
                      <a:pt x="0" y="434721"/>
                    </a:lnTo>
                    <a:lnTo>
                      <a:pt x="88633" y="215874"/>
                    </a:lnTo>
                    <a:close/>
                  </a:path>
                  <a:path extrusionOk="0" h="434975" w="434975">
                    <a:moveTo>
                      <a:pt x="225374" y="215874"/>
                    </a:moveTo>
                    <a:lnTo>
                      <a:pt x="38" y="50"/>
                    </a:lnTo>
                    <a:lnTo>
                      <a:pt x="148374" y="215874"/>
                    </a:lnTo>
                    <a:lnTo>
                      <a:pt x="38" y="434682"/>
                    </a:lnTo>
                    <a:lnTo>
                      <a:pt x="225374" y="215874"/>
                    </a:lnTo>
                    <a:close/>
                  </a:path>
                  <a:path extrusionOk="0" h="434975" w="434975">
                    <a:moveTo>
                      <a:pt x="434708" y="215874"/>
                    </a:moveTo>
                    <a:lnTo>
                      <a:pt x="38" y="50"/>
                    </a:lnTo>
                    <a:lnTo>
                      <a:pt x="286219" y="215874"/>
                    </a:lnTo>
                    <a:lnTo>
                      <a:pt x="38" y="434682"/>
                    </a:lnTo>
                    <a:lnTo>
                      <a:pt x="434708" y="215874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7" name="Google Shape;587;p10"/>
              <p:cNvSpPr/>
              <p:nvPr/>
            </p:nvSpPr>
            <p:spPr>
              <a:xfrm>
                <a:off x="8597850" y="10690766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8" name="Google Shape;588;p10"/>
              <p:cNvSpPr/>
              <p:nvPr/>
            </p:nvSpPr>
            <p:spPr>
              <a:xfrm>
                <a:off x="8678355" y="10771274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89" name="Google Shape;589;p10"/>
              <p:cNvSpPr/>
              <p:nvPr/>
            </p:nvSpPr>
            <p:spPr>
              <a:xfrm>
                <a:off x="8762588" y="10827568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0" name="Google Shape;590;p10"/>
            <p:cNvGrpSpPr/>
            <p:nvPr/>
          </p:nvGrpSpPr>
          <p:grpSpPr>
            <a:xfrm>
              <a:off x="8091640" y="10689316"/>
              <a:ext cx="506729" cy="434975"/>
              <a:chOff x="8091640" y="10689316"/>
              <a:chExt cx="506729" cy="434975"/>
            </a:xfrm>
          </p:grpSpPr>
          <p:sp>
            <p:nvSpPr>
              <p:cNvPr id="591" name="Google Shape;591;p10"/>
              <p:cNvSpPr/>
              <p:nvPr/>
            </p:nvSpPr>
            <p:spPr>
              <a:xfrm>
                <a:off x="8091640" y="10689316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9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209" y="216687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2" name="Google Shape;592;p10"/>
              <p:cNvSpPr/>
              <p:nvPr/>
            </p:nvSpPr>
            <p:spPr>
              <a:xfrm>
                <a:off x="8288134" y="10826784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sp>
          <p:nvSpPr>
            <p:cNvPr id="593" name="Google Shape;593;p10"/>
            <p:cNvSpPr/>
            <p:nvPr/>
          </p:nvSpPr>
          <p:spPr>
            <a:xfrm>
              <a:off x="12654560" y="10691450"/>
              <a:ext cx="436244" cy="434975"/>
            </a:xfrm>
            <a:custGeom>
              <a:rect b="b" l="l" r="r" t="t"/>
              <a:pathLst>
                <a:path extrusionOk="0" h="434975" w="436244">
                  <a:moveTo>
                    <a:pt x="435864" y="203"/>
                  </a:moveTo>
                  <a:lnTo>
                    <a:pt x="0" y="345059"/>
                  </a:lnTo>
                  <a:lnTo>
                    <a:pt x="0" y="358025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383400"/>
                  </a:lnTo>
                  <a:lnTo>
                    <a:pt x="0" y="396367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203"/>
                  </a:moveTo>
                  <a:lnTo>
                    <a:pt x="0" y="421741"/>
                  </a:lnTo>
                  <a:lnTo>
                    <a:pt x="0" y="434721"/>
                  </a:lnTo>
                  <a:lnTo>
                    <a:pt x="435864" y="203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15023"/>
                  </a:lnTo>
                  <a:lnTo>
                    <a:pt x="0" y="127914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864" y="88"/>
                  </a:moveTo>
                  <a:lnTo>
                    <a:pt x="0" y="153352"/>
                  </a:lnTo>
                  <a:lnTo>
                    <a:pt x="0" y="166255"/>
                  </a:lnTo>
                  <a:lnTo>
                    <a:pt x="435864" y="88"/>
                  </a:lnTo>
                  <a:close/>
                </a:path>
                <a:path extrusionOk="0" h="434975" w="436244">
                  <a:moveTo>
                    <a:pt x="435940" y="127"/>
                  </a:moveTo>
                  <a:lnTo>
                    <a:pt x="0" y="306717"/>
                  </a:lnTo>
                  <a:lnTo>
                    <a:pt x="0" y="319671"/>
                  </a:lnTo>
                  <a:lnTo>
                    <a:pt x="435940" y="127"/>
                  </a:lnTo>
                  <a:close/>
                </a:path>
                <a:path extrusionOk="0" h="434975" w="436244">
                  <a:moveTo>
                    <a:pt x="435940" y="63"/>
                  </a:moveTo>
                  <a:lnTo>
                    <a:pt x="0" y="191706"/>
                  </a:lnTo>
                  <a:lnTo>
                    <a:pt x="0" y="204609"/>
                  </a:lnTo>
                  <a:lnTo>
                    <a:pt x="435940" y="63"/>
                  </a:lnTo>
                  <a:close/>
                </a:path>
                <a:path extrusionOk="0" h="434975" w="436244">
                  <a:moveTo>
                    <a:pt x="435940" y="50"/>
                  </a:moveTo>
                  <a:lnTo>
                    <a:pt x="0" y="76682"/>
                  </a:lnTo>
                  <a:lnTo>
                    <a:pt x="0" y="89560"/>
                  </a:lnTo>
                  <a:lnTo>
                    <a:pt x="435940" y="50"/>
                  </a:lnTo>
                  <a:close/>
                </a:path>
                <a:path extrusionOk="0" h="434975" w="436244">
                  <a:moveTo>
                    <a:pt x="435978" y="101"/>
                  </a:moveTo>
                  <a:close/>
                </a:path>
                <a:path extrusionOk="0" h="434975" w="436244">
                  <a:moveTo>
                    <a:pt x="435978" y="50"/>
                  </a:move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30035"/>
                  </a:lnTo>
                  <a:lnTo>
                    <a:pt x="0" y="242976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03" y="50"/>
                  </a:moveTo>
                  <a:lnTo>
                    <a:pt x="0" y="268389"/>
                  </a:lnTo>
                  <a:lnTo>
                    <a:pt x="0" y="281317"/>
                  </a:lnTo>
                  <a:lnTo>
                    <a:pt x="436003" y="50"/>
                  </a:lnTo>
                  <a:close/>
                </a:path>
                <a:path extrusionOk="0" h="434975" w="436244">
                  <a:moveTo>
                    <a:pt x="436092" y="12"/>
                  </a:moveTo>
                  <a:lnTo>
                    <a:pt x="0" y="38341"/>
                  </a:lnTo>
                  <a:lnTo>
                    <a:pt x="0" y="51206"/>
                  </a:lnTo>
                  <a:lnTo>
                    <a:pt x="436092" y="12"/>
                  </a:lnTo>
                  <a:close/>
                </a:path>
                <a:path extrusionOk="0" h="434975" w="436244">
                  <a:moveTo>
                    <a:pt x="436092" y="0"/>
                  </a:moveTo>
                  <a:lnTo>
                    <a:pt x="0" y="0"/>
                  </a:lnTo>
                  <a:lnTo>
                    <a:pt x="0" y="12865"/>
                  </a:lnTo>
                  <a:lnTo>
                    <a:pt x="436092" y="0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625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594" name="Google Shape;594;p10"/>
            <p:cNvGrpSpPr/>
            <p:nvPr/>
          </p:nvGrpSpPr>
          <p:grpSpPr>
            <a:xfrm>
              <a:off x="10844884" y="10691448"/>
              <a:ext cx="869695" cy="434990"/>
              <a:chOff x="10844884" y="10691448"/>
              <a:chExt cx="869695" cy="434990"/>
            </a:xfrm>
          </p:grpSpPr>
          <p:sp>
            <p:nvSpPr>
              <p:cNvPr id="595" name="Google Shape;595;p10"/>
              <p:cNvSpPr/>
              <p:nvPr/>
            </p:nvSpPr>
            <p:spPr>
              <a:xfrm>
                <a:off x="1127960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0" y="0"/>
                    </a:moveTo>
                    <a:lnTo>
                      <a:pt x="0" y="434719"/>
                    </a:lnTo>
                    <a:lnTo>
                      <a:pt x="434719" y="21586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6" name="Google Shape;596;p10"/>
              <p:cNvSpPr/>
              <p:nvPr/>
            </p:nvSpPr>
            <p:spPr>
              <a:xfrm>
                <a:off x="11279594" y="10691463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88646" y="215861"/>
                    </a:moveTo>
                    <a:lnTo>
                      <a:pt x="0" y="0"/>
                    </a:lnTo>
                    <a:lnTo>
                      <a:pt x="58369" y="215861"/>
                    </a:lnTo>
                    <a:lnTo>
                      <a:pt x="0" y="434721"/>
                    </a:lnTo>
                    <a:lnTo>
                      <a:pt x="88646" y="215861"/>
                    </a:lnTo>
                    <a:close/>
                  </a:path>
                  <a:path extrusionOk="0" h="434975" w="434975">
                    <a:moveTo>
                      <a:pt x="225386" y="215861"/>
                    </a:moveTo>
                    <a:lnTo>
                      <a:pt x="50" y="50"/>
                    </a:lnTo>
                    <a:lnTo>
                      <a:pt x="148399" y="215861"/>
                    </a:lnTo>
                    <a:lnTo>
                      <a:pt x="50" y="434682"/>
                    </a:lnTo>
                    <a:lnTo>
                      <a:pt x="225386" y="215861"/>
                    </a:lnTo>
                    <a:close/>
                  </a:path>
                  <a:path extrusionOk="0" h="434975" w="434975">
                    <a:moveTo>
                      <a:pt x="434721" y="215861"/>
                    </a:moveTo>
                    <a:lnTo>
                      <a:pt x="50" y="50"/>
                    </a:lnTo>
                    <a:lnTo>
                      <a:pt x="286219" y="215861"/>
                    </a:lnTo>
                    <a:lnTo>
                      <a:pt x="50" y="434682"/>
                    </a:lnTo>
                    <a:lnTo>
                      <a:pt x="434721" y="215861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7" name="Google Shape;597;p10"/>
              <p:cNvSpPr/>
              <p:nvPr/>
            </p:nvSpPr>
            <p:spPr>
              <a:xfrm>
                <a:off x="10844884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8" name="Google Shape;598;p10"/>
              <p:cNvSpPr/>
              <p:nvPr/>
            </p:nvSpPr>
            <p:spPr>
              <a:xfrm>
                <a:off x="10925395" y="10771955"/>
                <a:ext cx="274320" cy="274320"/>
              </a:xfrm>
              <a:custGeom>
                <a:rect b="b" l="l" r="r" t="t"/>
                <a:pathLst>
                  <a:path extrusionOk="0" h="274320" w="274320">
                    <a:moveTo>
                      <a:pt x="136854" y="0"/>
                    </a:moveTo>
                    <a:lnTo>
                      <a:pt x="93595" y="6976"/>
                    </a:lnTo>
                    <a:lnTo>
                      <a:pt x="56027" y="26403"/>
                    </a:lnTo>
                    <a:lnTo>
                      <a:pt x="26403" y="56027"/>
                    </a:lnTo>
                    <a:lnTo>
                      <a:pt x="6976" y="93595"/>
                    </a:lnTo>
                    <a:lnTo>
                      <a:pt x="0" y="136854"/>
                    </a:lnTo>
                    <a:lnTo>
                      <a:pt x="6976" y="180109"/>
                    </a:lnTo>
                    <a:lnTo>
                      <a:pt x="26403" y="217677"/>
                    </a:lnTo>
                    <a:lnTo>
                      <a:pt x="56027" y="247302"/>
                    </a:lnTo>
                    <a:lnTo>
                      <a:pt x="93595" y="266731"/>
                    </a:lnTo>
                    <a:lnTo>
                      <a:pt x="136854" y="273708"/>
                    </a:lnTo>
                    <a:lnTo>
                      <a:pt x="180109" y="266731"/>
                    </a:lnTo>
                    <a:lnTo>
                      <a:pt x="217677" y="247302"/>
                    </a:lnTo>
                    <a:lnTo>
                      <a:pt x="247302" y="217677"/>
                    </a:lnTo>
                    <a:lnTo>
                      <a:pt x="266731" y="180109"/>
                    </a:lnTo>
                    <a:lnTo>
                      <a:pt x="273708" y="136854"/>
                    </a:lnTo>
                    <a:lnTo>
                      <a:pt x="266731" y="93595"/>
                    </a:lnTo>
                    <a:lnTo>
                      <a:pt x="247302" y="56027"/>
                    </a:lnTo>
                    <a:lnTo>
                      <a:pt x="217677" y="26403"/>
                    </a:lnTo>
                    <a:lnTo>
                      <a:pt x="180109" y="6976"/>
                    </a:lnTo>
                    <a:lnTo>
                      <a:pt x="13685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599" name="Google Shape;599;p10"/>
              <p:cNvSpPr/>
              <p:nvPr/>
            </p:nvSpPr>
            <p:spPr>
              <a:xfrm>
                <a:off x="11009622" y="10828250"/>
                <a:ext cx="135890" cy="157479"/>
              </a:xfrm>
              <a:custGeom>
                <a:rect b="b" l="l" r="r" t="t"/>
                <a:pathLst>
                  <a:path extrusionOk="0" h="157479" w="135890">
                    <a:moveTo>
                      <a:pt x="0" y="0"/>
                    </a:moveTo>
                    <a:lnTo>
                      <a:pt x="0" y="156853"/>
                    </a:lnTo>
                    <a:lnTo>
                      <a:pt x="135838" y="784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00" name="Google Shape;600;p10"/>
            <p:cNvGrpSpPr/>
            <p:nvPr/>
          </p:nvGrpSpPr>
          <p:grpSpPr>
            <a:xfrm>
              <a:off x="9903955" y="10690002"/>
              <a:ext cx="941450" cy="436346"/>
              <a:chOff x="9903955" y="10690002"/>
              <a:chExt cx="941450" cy="436346"/>
            </a:xfrm>
          </p:grpSpPr>
          <p:sp>
            <p:nvSpPr>
              <p:cNvPr id="601" name="Google Shape;601;p10"/>
              <p:cNvSpPr/>
              <p:nvPr/>
            </p:nvSpPr>
            <p:spPr>
              <a:xfrm>
                <a:off x="9904638" y="10691373"/>
                <a:ext cx="434340" cy="434975"/>
              </a:xfrm>
              <a:custGeom>
                <a:rect b="b" l="l" r="r" t="t"/>
                <a:pathLst>
                  <a:path extrusionOk="0" h="434975" w="434340">
                    <a:moveTo>
                      <a:pt x="434039" y="0"/>
                    </a:moveTo>
                    <a:lnTo>
                      <a:pt x="0" y="0"/>
                    </a:lnTo>
                    <a:lnTo>
                      <a:pt x="434039" y="434719"/>
                    </a:lnTo>
                    <a:lnTo>
                      <a:pt x="434039" y="0"/>
                    </a:lnTo>
                    <a:close/>
                  </a:path>
                </a:pathLst>
              </a:custGeom>
              <a:solidFill>
                <a:srgbClr val="FFA814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2" name="Google Shape;602;p10"/>
              <p:cNvSpPr/>
              <p:nvPr/>
            </p:nvSpPr>
            <p:spPr>
              <a:xfrm>
                <a:off x="9903955" y="10820078"/>
                <a:ext cx="306070" cy="306070"/>
              </a:xfrm>
              <a:custGeom>
                <a:rect b="b" l="l" r="r" t="t"/>
                <a:pathLst>
                  <a:path extrusionOk="0" h="306070" w="306070">
                    <a:moveTo>
                      <a:pt x="305540" y="0"/>
                    </a:moveTo>
                    <a:lnTo>
                      <a:pt x="0" y="0"/>
                    </a:lnTo>
                    <a:lnTo>
                      <a:pt x="305540" y="306011"/>
                    </a:lnTo>
                    <a:lnTo>
                      <a:pt x="305540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03" name="Google Shape;603;p10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9903960" y="10820078"/>
                <a:ext cx="305540" cy="3060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04" name="Google Shape;604;p10"/>
              <p:cNvSpPr/>
              <p:nvPr/>
            </p:nvSpPr>
            <p:spPr>
              <a:xfrm>
                <a:off x="10338676" y="10690002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196" y="216687"/>
                    </a:moveTo>
                    <a:lnTo>
                      <a:pt x="196481" y="0"/>
                    </a:lnTo>
                    <a:lnTo>
                      <a:pt x="196481" y="137477"/>
                    </a:lnTo>
                    <a:lnTo>
                      <a:pt x="0" y="0"/>
                    </a:lnTo>
                    <a:lnTo>
                      <a:pt x="0" y="434721"/>
                    </a:lnTo>
                    <a:lnTo>
                      <a:pt x="196481" y="296405"/>
                    </a:lnTo>
                    <a:lnTo>
                      <a:pt x="196481" y="434721"/>
                    </a:lnTo>
                    <a:lnTo>
                      <a:pt x="506196" y="216687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5" name="Google Shape;605;p10"/>
              <p:cNvSpPr/>
              <p:nvPr/>
            </p:nvSpPr>
            <p:spPr>
              <a:xfrm>
                <a:off x="10535166" y="10827465"/>
                <a:ext cx="113665" cy="159384"/>
              </a:xfrm>
              <a:custGeom>
                <a:rect b="b" l="l" r="r" t="t"/>
                <a:pathLst>
                  <a:path extrusionOk="0" h="159384" w="113665">
                    <a:moveTo>
                      <a:pt x="0" y="0"/>
                    </a:moveTo>
                    <a:lnTo>
                      <a:pt x="0" y="158916"/>
                    </a:lnTo>
                    <a:lnTo>
                      <a:pt x="113221" y="792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06" name="Google Shape;606;p10"/>
            <p:cNvGrpSpPr/>
            <p:nvPr/>
          </p:nvGrpSpPr>
          <p:grpSpPr>
            <a:xfrm>
              <a:off x="11714323" y="10691448"/>
              <a:ext cx="941449" cy="435035"/>
              <a:chOff x="11714323" y="10691448"/>
              <a:chExt cx="941449" cy="435035"/>
            </a:xfrm>
          </p:grpSpPr>
          <p:sp>
            <p:nvSpPr>
              <p:cNvPr id="607" name="Google Shape;607;p10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FFA915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8" name="Google Shape;608;p10"/>
              <p:cNvSpPr/>
              <p:nvPr/>
            </p:nvSpPr>
            <p:spPr>
              <a:xfrm>
                <a:off x="11714323" y="10691448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90A0FF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09" name="Google Shape;609;p10"/>
              <p:cNvSpPr/>
              <p:nvPr/>
            </p:nvSpPr>
            <p:spPr>
              <a:xfrm>
                <a:off x="11714323" y="10847083"/>
                <a:ext cx="279400" cy="279400"/>
              </a:xfrm>
              <a:custGeom>
                <a:rect b="b" l="l" r="r" t="t"/>
                <a:pathLst>
                  <a:path extrusionOk="0" h="279400" w="279400">
                    <a:moveTo>
                      <a:pt x="279080" y="0"/>
                    </a:moveTo>
                    <a:lnTo>
                      <a:pt x="0" y="0"/>
                    </a:lnTo>
                    <a:lnTo>
                      <a:pt x="279080" y="279080"/>
                    </a:lnTo>
                    <a:lnTo>
                      <a:pt x="279080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10" name="Google Shape;610;p10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1714323" y="10847083"/>
                <a:ext cx="279090" cy="27908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1" name="Google Shape;611;p10"/>
              <p:cNvSpPr/>
              <p:nvPr/>
            </p:nvSpPr>
            <p:spPr>
              <a:xfrm>
                <a:off x="12149043" y="10691448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506204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506204" y="434719"/>
                    </a:lnTo>
                    <a:lnTo>
                      <a:pt x="506204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12" name="Google Shape;612;p10"/>
              <p:cNvSpPr/>
              <p:nvPr/>
            </p:nvSpPr>
            <p:spPr>
              <a:xfrm>
                <a:off x="12149036" y="10691450"/>
                <a:ext cx="506729" cy="434975"/>
              </a:xfrm>
              <a:custGeom>
                <a:rect b="b" l="l" r="r" t="t"/>
                <a:pathLst>
                  <a:path extrusionOk="0" h="434975" w="506729">
                    <a:moveTo>
                      <a:pt x="414997" y="217360"/>
                    </a:moveTo>
                    <a:lnTo>
                      <a:pt x="0" y="115824"/>
                    </a:lnTo>
                    <a:lnTo>
                      <a:pt x="0" y="321271"/>
                    </a:lnTo>
                    <a:lnTo>
                      <a:pt x="414997" y="217360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0"/>
                    </a:lnTo>
                    <a:lnTo>
                      <a:pt x="0" y="69989"/>
                    </a:lnTo>
                    <a:lnTo>
                      <a:pt x="506209" y="217373"/>
                    </a:lnTo>
                    <a:close/>
                  </a:path>
                  <a:path extrusionOk="0" h="434975" w="506729">
                    <a:moveTo>
                      <a:pt x="506209" y="217373"/>
                    </a:moveTo>
                    <a:lnTo>
                      <a:pt x="0" y="364731"/>
                    </a:lnTo>
                    <a:lnTo>
                      <a:pt x="0" y="434721"/>
                    </a:lnTo>
                    <a:lnTo>
                      <a:pt x="506209" y="217373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613" name="Google Shape;613;p10"/>
            <p:cNvGrpSpPr/>
            <p:nvPr/>
          </p:nvGrpSpPr>
          <p:grpSpPr>
            <a:xfrm>
              <a:off x="9469238" y="10689312"/>
              <a:ext cx="434975" cy="434975"/>
              <a:chOff x="9469238" y="10689312"/>
              <a:chExt cx="434975" cy="434975"/>
            </a:xfrm>
          </p:grpSpPr>
          <p:sp>
            <p:nvSpPr>
              <p:cNvPr id="614" name="Google Shape;614;p10"/>
              <p:cNvSpPr/>
              <p:nvPr/>
            </p:nvSpPr>
            <p:spPr>
              <a:xfrm>
                <a:off x="9469238" y="10689312"/>
                <a:ext cx="434975" cy="434975"/>
              </a:xfrm>
              <a:custGeom>
                <a:rect b="b" l="l" r="r" t="t"/>
                <a:pathLst>
                  <a:path extrusionOk="0" h="434975" w="434975">
                    <a:moveTo>
                      <a:pt x="434719" y="0"/>
                    </a:moveTo>
                    <a:lnTo>
                      <a:pt x="0" y="0"/>
                    </a:lnTo>
                    <a:lnTo>
                      <a:pt x="0" y="434719"/>
                    </a:lnTo>
                    <a:lnTo>
                      <a:pt x="434719" y="434719"/>
                    </a:lnTo>
                    <a:lnTo>
                      <a:pt x="434719" y="0"/>
                    </a:lnTo>
                    <a:close/>
                  </a:path>
                </a:pathLst>
              </a:custGeom>
              <a:solidFill>
                <a:srgbClr val="00E5C6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615" name="Google Shape;615;p10"/>
              <p:cNvSpPr/>
              <p:nvPr/>
            </p:nvSpPr>
            <p:spPr>
              <a:xfrm>
                <a:off x="9528455" y="10748534"/>
                <a:ext cx="316865" cy="316865"/>
              </a:xfrm>
              <a:custGeom>
                <a:rect b="b" l="l" r="r" t="t"/>
                <a:pathLst>
                  <a:path extrusionOk="0" h="316865" w="316865">
                    <a:moveTo>
                      <a:pt x="182634" y="0"/>
                    </a:moveTo>
                    <a:lnTo>
                      <a:pt x="133648" y="0"/>
                    </a:lnTo>
                    <a:lnTo>
                      <a:pt x="86525" y="14997"/>
                    </a:lnTo>
                    <a:lnTo>
                      <a:pt x="44992" y="44992"/>
                    </a:lnTo>
                    <a:lnTo>
                      <a:pt x="14997" y="86525"/>
                    </a:lnTo>
                    <a:lnTo>
                      <a:pt x="0" y="133648"/>
                    </a:lnTo>
                    <a:lnTo>
                      <a:pt x="0" y="182634"/>
                    </a:lnTo>
                    <a:lnTo>
                      <a:pt x="14997" y="229757"/>
                    </a:lnTo>
                    <a:lnTo>
                      <a:pt x="44992" y="271289"/>
                    </a:lnTo>
                    <a:lnTo>
                      <a:pt x="86525" y="301285"/>
                    </a:lnTo>
                    <a:lnTo>
                      <a:pt x="133648" y="316282"/>
                    </a:lnTo>
                    <a:lnTo>
                      <a:pt x="182634" y="316282"/>
                    </a:lnTo>
                    <a:lnTo>
                      <a:pt x="229757" y="301285"/>
                    </a:lnTo>
                    <a:lnTo>
                      <a:pt x="271289" y="271289"/>
                    </a:lnTo>
                    <a:lnTo>
                      <a:pt x="301285" y="229757"/>
                    </a:lnTo>
                    <a:lnTo>
                      <a:pt x="316282" y="182634"/>
                    </a:lnTo>
                    <a:lnTo>
                      <a:pt x="316282" y="133648"/>
                    </a:lnTo>
                    <a:lnTo>
                      <a:pt x="301285" y="86525"/>
                    </a:lnTo>
                    <a:lnTo>
                      <a:pt x="271289" y="44992"/>
                    </a:lnTo>
                    <a:lnTo>
                      <a:pt x="229757" y="14997"/>
                    </a:lnTo>
                    <a:lnTo>
                      <a:pt x="182634" y="0"/>
                    </a:lnTo>
                    <a:close/>
                  </a:path>
                </a:pathLst>
              </a:custGeom>
              <a:solidFill>
                <a:srgbClr val="560777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625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pic>
            <p:nvPicPr>
              <p:cNvPr id="616" name="Google Shape;616;p10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9642621" y="10842639"/>
                <a:ext cx="108011" cy="10801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p:transition spd="slow">
    <p:push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Title Slide">
  <p:cSld name="15_Title Slide"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11"/>
          <p:cNvSpPr/>
          <p:nvPr/>
        </p:nvSpPr>
        <p:spPr>
          <a:xfrm>
            <a:off x="0" y="0"/>
            <a:ext cx="12183600" cy="6858000"/>
          </a:xfrm>
          <a:prstGeom prst="rect">
            <a:avLst/>
          </a:prstGeom>
          <a:solidFill>
            <a:srgbClr val="4815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9" name="Google Shape;619;p11"/>
          <p:cNvSpPr txBox="1"/>
          <p:nvPr/>
        </p:nvSpPr>
        <p:spPr>
          <a:xfrm>
            <a:off x="4043999" y="2761025"/>
            <a:ext cx="4095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MY" sz="4000">
                <a:solidFill>
                  <a:srgbClr val="FFA813"/>
                </a:solidFill>
                <a:latin typeface="Poppins"/>
                <a:ea typeface="Poppins"/>
                <a:cs typeface="Poppins"/>
                <a:sym typeface="Poppins"/>
              </a:rPr>
              <a:t>GRACIAS</a:t>
            </a:r>
            <a:endParaRPr b="1" sz="4000">
              <a:solidFill>
                <a:srgbClr val="FFA8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0" name="Google Shape;620;p11"/>
          <p:cNvSpPr txBox="1"/>
          <p:nvPr/>
        </p:nvSpPr>
        <p:spPr>
          <a:xfrm>
            <a:off x="6924350" y="5397300"/>
            <a:ext cx="47634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MY" sz="1750">
                <a:solidFill>
                  <a:srgbClr val="FFA813"/>
                </a:solidFill>
                <a:latin typeface="Poppins"/>
                <a:ea typeface="Poppins"/>
                <a:cs typeface="Poppins"/>
                <a:sym typeface="Poppins"/>
              </a:rPr>
              <a:t>https://interledger.org/es/</a:t>
            </a:r>
            <a:r>
              <a:rPr b="1" lang="en-MY" sz="1750">
                <a:solidFill>
                  <a:srgbClr val="00E5C6"/>
                </a:solidFill>
                <a:latin typeface="Poppins"/>
                <a:ea typeface="Poppins"/>
                <a:cs typeface="Poppins"/>
                <a:sym typeface="Poppins"/>
              </a:rPr>
              <a:t>Hackathon</a:t>
            </a:r>
            <a:endParaRPr b="1" sz="1750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MY" sz="1750">
                <a:solidFill>
                  <a:srgbClr val="00E5C6"/>
                </a:solidFill>
                <a:latin typeface="Poppins"/>
                <a:ea typeface="Poppins"/>
                <a:cs typeface="Poppins"/>
                <a:sym typeface="Poppins"/>
              </a:rPr>
              <a:t>#OpenPayments </a:t>
            </a:r>
            <a:r>
              <a:rPr b="1" lang="en-MY" sz="1750">
                <a:solidFill>
                  <a:srgbClr val="FFA915"/>
                </a:solidFill>
                <a:latin typeface="Poppins"/>
                <a:ea typeface="Poppins"/>
                <a:cs typeface="Poppins"/>
                <a:sym typeface="Poppins"/>
              </a:rPr>
              <a:t>#ILPHacks</a:t>
            </a:r>
            <a:endParaRPr b="1" sz="1750">
              <a:solidFill>
                <a:srgbClr val="00E5C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1" name="Google Shape;621;p11"/>
          <p:cNvSpPr/>
          <p:nvPr/>
        </p:nvSpPr>
        <p:spPr>
          <a:xfrm>
            <a:off x="8346" y="5397298"/>
            <a:ext cx="5942809" cy="1025862"/>
          </a:xfrm>
          <a:custGeom>
            <a:rect b="b" l="l" r="r" t="t"/>
            <a:pathLst>
              <a:path extrusionOk="0" h="1196340" w="6930390">
                <a:moveTo>
                  <a:pt x="6930385" y="0"/>
                </a:moveTo>
                <a:lnTo>
                  <a:pt x="0" y="0"/>
                </a:lnTo>
                <a:lnTo>
                  <a:pt x="0" y="1195974"/>
                </a:lnTo>
                <a:lnTo>
                  <a:pt x="6930385" y="1195974"/>
                </a:lnTo>
                <a:lnTo>
                  <a:pt x="6930385" y="0"/>
                </a:lnTo>
                <a:close/>
              </a:path>
            </a:pathLst>
          </a:custGeom>
          <a:solidFill>
            <a:srgbClr val="FFA915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2" name="Google Shape;622;p11"/>
          <p:cNvSpPr/>
          <p:nvPr/>
        </p:nvSpPr>
        <p:spPr>
          <a:xfrm>
            <a:off x="284386" y="5639664"/>
            <a:ext cx="5423344" cy="524910"/>
          </a:xfrm>
          <a:custGeom>
            <a:rect b="b" l="l" r="r" t="t"/>
            <a:pathLst>
              <a:path extrusionOk="0" h="612140" w="6324600">
                <a:moveTo>
                  <a:pt x="394309" y="305930"/>
                </a:moveTo>
                <a:lnTo>
                  <a:pt x="0" y="0"/>
                </a:lnTo>
                <a:lnTo>
                  <a:pt x="0" y="611860"/>
                </a:lnTo>
                <a:lnTo>
                  <a:pt x="394309" y="305930"/>
                </a:lnTo>
                <a:close/>
              </a:path>
              <a:path extrusionOk="0" h="612140" w="6324600">
                <a:moveTo>
                  <a:pt x="933411" y="305930"/>
                </a:moveTo>
                <a:lnTo>
                  <a:pt x="539115" y="0"/>
                </a:lnTo>
                <a:lnTo>
                  <a:pt x="539115" y="611860"/>
                </a:lnTo>
                <a:lnTo>
                  <a:pt x="933411" y="305930"/>
                </a:lnTo>
                <a:close/>
              </a:path>
              <a:path extrusionOk="0" h="612140" w="6324600">
                <a:moveTo>
                  <a:pt x="1472526" y="305930"/>
                </a:moveTo>
                <a:lnTo>
                  <a:pt x="1078217" y="0"/>
                </a:lnTo>
                <a:lnTo>
                  <a:pt x="1078217" y="611860"/>
                </a:lnTo>
                <a:lnTo>
                  <a:pt x="1472526" y="305930"/>
                </a:lnTo>
                <a:close/>
              </a:path>
              <a:path extrusionOk="0" h="612140" w="6324600">
                <a:moveTo>
                  <a:pt x="2011629" y="305930"/>
                </a:moveTo>
                <a:lnTo>
                  <a:pt x="1617332" y="0"/>
                </a:lnTo>
                <a:lnTo>
                  <a:pt x="1617332" y="611860"/>
                </a:lnTo>
                <a:lnTo>
                  <a:pt x="2011629" y="305930"/>
                </a:lnTo>
                <a:close/>
              </a:path>
              <a:path extrusionOk="0" h="612140" w="6324600">
                <a:moveTo>
                  <a:pt x="2550744" y="305930"/>
                </a:moveTo>
                <a:lnTo>
                  <a:pt x="2156434" y="0"/>
                </a:lnTo>
                <a:lnTo>
                  <a:pt x="2156434" y="611860"/>
                </a:lnTo>
                <a:lnTo>
                  <a:pt x="2550744" y="305930"/>
                </a:lnTo>
                <a:close/>
              </a:path>
              <a:path extrusionOk="0" h="612140" w="6324600">
                <a:moveTo>
                  <a:pt x="3089846" y="305930"/>
                </a:moveTo>
                <a:lnTo>
                  <a:pt x="2695549" y="0"/>
                </a:lnTo>
                <a:lnTo>
                  <a:pt x="2695549" y="611860"/>
                </a:lnTo>
                <a:lnTo>
                  <a:pt x="3089846" y="305930"/>
                </a:lnTo>
                <a:close/>
              </a:path>
              <a:path extrusionOk="0" h="612140" w="6324600">
                <a:moveTo>
                  <a:pt x="3628961" y="305930"/>
                </a:moveTo>
                <a:lnTo>
                  <a:pt x="3234664" y="0"/>
                </a:lnTo>
                <a:lnTo>
                  <a:pt x="3234664" y="611860"/>
                </a:lnTo>
                <a:lnTo>
                  <a:pt x="3628961" y="305930"/>
                </a:lnTo>
                <a:close/>
              </a:path>
              <a:path extrusionOk="0" h="612140" w="6324600">
                <a:moveTo>
                  <a:pt x="4168063" y="305930"/>
                </a:moveTo>
                <a:lnTo>
                  <a:pt x="3773767" y="0"/>
                </a:lnTo>
                <a:lnTo>
                  <a:pt x="3773767" y="611860"/>
                </a:lnTo>
                <a:lnTo>
                  <a:pt x="4168063" y="305930"/>
                </a:lnTo>
                <a:close/>
              </a:path>
              <a:path extrusionOk="0" h="612140" w="6324600">
                <a:moveTo>
                  <a:pt x="4707179" y="305930"/>
                </a:moveTo>
                <a:lnTo>
                  <a:pt x="4312882" y="0"/>
                </a:lnTo>
                <a:lnTo>
                  <a:pt x="4312882" y="611860"/>
                </a:lnTo>
                <a:lnTo>
                  <a:pt x="4707179" y="305930"/>
                </a:lnTo>
                <a:close/>
              </a:path>
              <a:path extrusionOk="0" h="612140" w="6324600">
                <a:moveTo>
                  <a:pt x="5246281" y="305930"/>
                </a:moveTo>
                <a:lnTo>
                  <a:pt x="4851984" y="0"/>
                </a:lnTo>
                <a:lnTo>
                  <a:pt x="4851984" y="611860"/>
                </a:lnTo>
                <a:lnTo>
                  <a:pt x="5246281" y="305930"/>
                </a:lnTo>
                <a:close/>
              </a:path>
              <a:path extrusionOk="0" h="612140" w="6324600">
                <a:moveTo>
                  <a:pt x="5785396" y="305930"/>
                </a:moveTo>
                <a:lnTo>
                  <a:pt x="5391099" y="0"/>
                </a:lnTo>
                <a:lnTo>
                  <a:pt x="5391099" y="611860"/>
                </a:lnTo>
                <a:lnTo>
                  <a:pt x="5785396" y="305930"/>
                </a:lnTo>
                <a:close/>
              </a:path>
              <a:path extrusionOk="0" h="612140" w="6324600">
                <a:moveTo>
                  <a:pt x="6324498" y="305930"/>
                </a:moveTo>
                <a:lnTo>
                  <a:pt x="5930201" y="0"/>
                </a:lnTo>
                <a:lnTo>
                  <a:pt x="5930201" y="611860"/>
                </a:lnTo>
                <a:lnTo>
                  <a:pt x="6324498" y="305930"/>
                </a:lnTo>
                <a:close/>
              </a:path>
            </a:pathLst>
          </a:custGeom>
          <a:solidFill>
            <a:srgbClr val="56077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3" name="Google Shape;623;p11"/>
          <p:cNvSpPr/>
          <p:nvPr/>
        </p:nvSpPr>
        <p:spPr>
          <a:xfrm>
            <a:off x="8337" y="435854"/>
            <a:ext cx="6968671" cy="5990181"/>
          </a:xfrm>
          <a:custGeom>
            <a:rect b="b" l="l" r="r" t="t"/>
            <a:pathLst>
              <a:path extrusionOk="0" h="6985634" w="8126730">
                <a:moveTo>
                  <a:pt x="854252" y="0"/>
                </a:moveTo>
                <a:lnTo>
                  <a:pt x="0" y="0"/>
                </a:lnTo>
                <a:lnTo>
                  <a:pt x="0" y="211988"/>
                </a:lnTo>
                <a:lnTo>
                  <a:pt x="854252" y="211988"/>
                </a:lnTo>
                <a:lnTo>
                  <a:pt x="854252" y="0"/>
                </a:lnTo>
                <a:close/>
              </a:path>
              <a:path extrusionOk="0" h="6985634" w="8126730">
                <a:moveTo>
                  <a:pt x="854265" y="5596331"/>
                </a:moveTo>
                <a:lnTo>
                  <a:pt x="12" y="5596331"/>
                </a:lnTo>
                <a:lnTo>
                  <a:pt x="12" y="5792660"/>
                </a:lnTo>
                <a:lnTo>
                  <a:pt x="854265" y="5792660"/>
                </a:lnTo>
                <a:lnTo>
                  <a:pt x="854265" y="5596331"/>
                </a:lnTo>
                <a:close/>
              </a:path>
              <a:path extrusionOk="0" h="6985634" w="8126730">
                <a:moveTo>
                  <a:pt x="854265" y="5165839"/>
                </a:moveTo>
                <a:lnTo>
                  <a:pt x="12" y="5165839"/>
                </a:lnTo>
                <a:lnTo>
                  <a:pt x="12" y="5363375"/>
                </a:lnTo>
                <a:lnTo>
                  <a:pt x="854265" y="5363375"/>
                </a:lnTo>
                <a:lnTo>
                  <a:pt x="854265" y="5165839"/>
                </a:lnTo>
                <a:close/>
              </a:path>
              <a:path extrusionOk="0" h="6985634" w="8126730">
                <a:moveTo>
                  <a:pt x="854265" y="4735360"/>
                </a:moveTo>
                <a:lnTo>
                  <a:pt x="12" y="4735360"/>
                </a:lnTo>
                <a:lnTo>
                  <a:pt x="12" y="4934102"/>
                </a:lnTo>
                <a:lnTo>
                  <a:pt x="854265" y="4934102"/>
                </a:lnTo>
                <a:lnTo>
                  <a:pt x="854265" y="4735360"/>
                </a:lnTo>
                <a:close/>
              </a:path>
              <a:path extrusionOk="0" h="6985634" w="8126730">
                <a:moveTo>
                  <a:pt x="854265" y="4304881"/>
                </a:moveTo>
                <a:lnTo>
                  <a:pt x="12" y="4304881"/>
                </a:lnTo>
                <a:lnTo>
                  <a:pt x="12" y="4504817"/>
                </a:lnTo>
                <a:lnTo>
                  <a:pt x="854265" y="4504817"/>
                </a:lnTo>
                <a:lnTo>
                  <a:pt x="854265" y="4304881"/>
                </a:lnTo>
                <a:close/>
              </a:path>
              <a:path extrusionOk="0" h="6985634" w="8126730">
                <a:moveTo>
                  <a:pt x="854265" y="3874389"/>
                </a:moveTo>
                <a:lnTo>
                  <a:pt x="12" y="3874389"/>
                </a:lnTo>
                <a:lnTo>
                  <a:pt x="12" y="4075531"/>
                </a:lnTo>
                <a:lnTo>
                  <a:pt x="854265" y="4075531"/>
                </a:lnTo>
                <a:lnTo>
                  <a:pt x="854265" y="3874389"/>
                </a:lnTo>
                <a:close/>
              </a:path>
              <a:path extrusionOk="0" h="6985634" w="8126730">
                <a:moveTo>
                  <a:pt x="854265" y="3443897"/>
                </a:moveTo>
                <a:lnTo>
                  <a:pt x="12" y="3443897"/>
                </a:lnTo>
                <a:lnTo>
                  <a:pt x="12" y="3646246"/>
                </a:lnTo>
                <a:lnTo>
                  <a:pt x="854265" y="3646246"/>
                </a:lnTo>
                <a:lnTo>
                  <a:pt x="854265" y="3443897"/>
                </a:lnTo>
                <a:close/>
              </a:path>
              <a:path extrusionOk="0" h="6985634" w="8126730">
                <a:moveTo>
                  <a:pt x="854265" y="3013405"/>
                </a:moveTo>
                <a:lnTo>
                  <a:pt x="12" y="3013405"/>
                </a:lnTo>
                <a:lnTo>
                  <a:pt x="12" y="3216960"/>
                </a:lnTo>
                <a:lnTo>
                  <a:pt x="854265" y="3216960"/>
                </a:lnTo>
                <a:lnTo>
                  <a:pt x="854265" y="3013405"/>
                </a:lnTo>
                <a:close/>
              </a:path>
              <a:path extrusionOk="0" h="6985634" w="8126730">
                <a:moveTo>
                  <a:pt x="854265" y="2582926"/>
                </a:moveTo>
                <a:lnTo>
                  <a:pt x="12" y="2582926"/>
                </a:lnTo>
                <a:lnTo>
                  <a:pt x="12" y="2787688"/>
                </a:lnTo>
                <a:lnTo>
                  <a:pt x="854265" y="2787688"/>
                </a:lnTo>
                <a:lnTo>
                  <a:pt x="854265" y="2582926"/>
                </a:lnTo>
                <a:close/>
              </a:path>
              <a:path extrusionOk="0" h="6985634" w="8126730">
                <a:moveTo>
                  <a:pt x="854265" y="2152434"/>
                </a:moveTo>
                <a:lnTo>
                  <a:pt x="12" y="2152434"/>
                </a:lnTo>
                <a:lnTo>
                  <a:pt x="12" y="2358402"/>
                </a:lnTo>
                <a:lnTo>
                  <a:pt x="854265" y="2358402"/>
                </a:lnTo>
                <a:lnTo>
                  <a:pt x="854265" y="2152434"/>
                </a:lnTo>
                <a:close/>
              </a:path>
              <a:path extrusionOk="0" h="6985634" w="8126730">
                <a:moveTo>
                  <a:pt x="854265" y="1721942"/>
                </a:moveTo>
                <a:lnTo>
                  <a:pt x="12" y="1721942"/>
                </a:lnTo>
                <a:lnTo>
                  <a:pt x="12" y="1929117"/>
                </a:lnTo>
                <a:lnTo>
                  <a:pt x="854265" y="1929117"/>
                </a:lnTo>
                <a:lnTo>
                  <a:pt x="854265" y="1721942"/>
                </a:lnTo>
                <a:close/>
              </a:path>
              <a:path extrusionOk="0" h="6985634" w="8126730">
                <a:moveTo>
                  <a:pt x="854265" y="1291463"/>
                </a:moveTo>
                <a:lnTo>
                  <a:pt x="12" y="1291463"/>
                </a:lnTo>
                <a:lnTo>
                  <a:pt x="12" y="1499831"/>
                </a:lnTo>
                <a:lnTo>
                  <a:pt x="854265" y="1499831"/>
                </a:lnTo>
                <a:lnTo>
                  <a:pt x="854265" y="1291463"/>
                </a:lnTo>
                <a:close/>
              </a:path>
              <a:path extrusionOk="0" h="6985634" w="8126730">
                <a:moveTo>
                  <a:pt x="854265" y="860983"/>
                </a:moveTo>
                <a:lnTo>
                  <a:pt x="12" y="860983"/>
                </a:lnTo>
                <a:lnTo>
                  <a:pt x="12" y="1070559"/>
                </a:lnTo>
                <a:lnTo>
                  <a:pt x="854265" y="1070559"/>
                </a:lnTo>
                <a:lnTo>
                  <a:pt x="854265" y="860983"/>
                </a:lnTo>
                <a:close/>
              </a:path>
              <a:path extrusionOk="0" h="6985634" w="8126730">
                <a:moveTo>
                  <a:pt x="854265" y="430491"/>
                </a:moveTo>
                <a:lnTo>
                  <a:pt x="12" y="430491"/>
                </a:lnTo>
                <a:lnTo>
                  <a:pt x="12" y="641273"/>
                </a:lnTo>
                <a:lnTo>
                  <a:pt x="854265" y="641273"/>
                </a:lnTo>
                <a:lnTo>
                  <a:pt x="854265" y="430491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5789320"/>
                </a:lnTo>
                <a:lnTo>
                  <a:pt x="6930390" y="5841682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5935827"/>
                </a:lnTo>
                <a:lnTo>
                  <a:pt x="6930390" y="5984633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082322"/>
                </a:lnTo>
                <a:lnTo>
                  <a:pt x="6930390" y="6127585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228829"/>
                </a:lnTo>
                <a:lnTo>
                  <a:pt x="6930390" y="6270536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375349"/>
                </a:lnTo>
                <a:lnTo>
                  <a:pt x="6930390" y="6413487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521844"/>
                </a:lnTo>
                <a:lnTo>
                  <a:pt x="6930390" y="6556438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668351"/>
                </a:lnTo>
                <a:lnTo>
                  <a:pt x="6930390" y="6699402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814858"/>
                </a:lnTo>
                <a:lnTo>
                  <a:pt x="6930390" y="6842341"/>
                </a:lnTo>
                <a:lnTo>
                  <a:pt x="8126362" y="5789320"/>
                </a:lnTo>
                <a:close/>
              </a:path>
              <a:path extrusionOk="0" h="6985634" w="8126730">
                <a:moveTo>
                  <a:pt x="8126362" y="5789320"/>
                </a:moveTo>
                <a:lnTo>
                  <a:pt x="6930390" y="6961365"/>
                </a:lnTo>
                <a:lnTo>
                  <a:pt x="6930390" y="6985292"/>
                </a:lnTo>
                <a:lnTo>
                  <a:pt x="8126362" y="5789320"/>
                </a:lnTo>
                <a:close/>
              </a:path>
            </a:pathLst>
          </a:custGeom>
          <a:solidFill>
            <a:srgbClr val="90A0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24" name="Google Shape;624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929225" y="295100"/>
            <a:ext cx="1972325" cy="592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7" name="Google Shape;627;p12"/>
          <p:cNvSpPr txBox="1"/>
          <p:nvPr>
            <p:ph idx="1" type="body"/>
          </p:nvPr>
        </p:nvSpPr>
        <p:spPr>
          <a:xfrm>
            <a:off x="436201" y="1636170"/>
            <a:ext cx="54399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"/>
              <a:buNone/>
              <a:defRPr b="1" i="0" sz="66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628" name="Google Shape;628;p12"/>
          <p:cNvSpPr txBox="1"/>
          <p:nvPr>
            <p:ph idx="2" type="body"/>
          </p:nvPr>
        </p:nvSpPr>
        <p:spPr>
          <a:xfrm>
            <a:off x="656622" y="4032642"/>
            <a:ext cx="52194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629" name="Google Shape;629;p12"/>
          <p:cNvCxnSpPr/>
          <p:nvPr/>
        </p:nvCxnSpPr>
        <p:spPr>
          <a:xfrm>
            <a:off x="580422" y="4124496"/>
            <a:ext cx="0" cy="2880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30" name="Google Shape;630;p12"/>
          <p:cNvSpPr txBox="1"/>
          <p:nvPr>
            <p:ph idx="3" type="body"/>
          </p:nvPr>
        </p:nvSpPr>
        <p:spPr>
          <a:xfrm>
            <a:off x="549322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631" name="Google Shape;631;p12"/>
          <p:cNvSpPr txBox="1"/>
          <p:nvPr>
            <p:ph idx="4" type="body"/>
          </p:nvPr>
        </p:nvSpPr>
        <p:spPr>
          <a:xfrm>
            <a:off x="2408168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632" name="Google Shape;632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6201" y="382350"/>
            <a:ext cx="2695188" cy="80937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3" name="Google Shape;633;p12"/>
          <p:cNvGrpSpPr/>
          <p:nvPr/>
        </p:nvGrpSpPr>
        <p:grpSpPr>
          <a:xfrm>
            <a:off x="0" y="5218448"/>
            <a:ext cx="2600439" cy="385344"/>
            <a:chOff x="0" y="9303775"/>
            <a:chExt cx="8073390" cy="1196350"/>
          </a:xfrm>
        </p:grpSpPr>
        <p:sp>
          <p:nvSpPr>
            <p:cNvPr id="634" name="Google Shape;634;p12"/>
            <p:cNvSpPr/>
            <p:nvPr/>
          </p:nvSpPr>
          <p:spPr>
            <a:xfrm>
              <a:off x="0" y="9303775"/>
              <a:ext cx="6877684" cy="1196340"/>
            </a:xfrm>
            <a:custGeom>
              <a:rect b="b" l="l" r="r" t="t"/>
              <a:pathLst>
                <a:path extrusionOk="0" h="1196340" w="6877684">
                  <a:moveTo>
                    <a:pt x="0" y="1195974"/>
                  </a:moveTo>
                  <a:lnTo>
                    <a:pt x="6877060" y="1195974"/>
                  </a:lnTo>
                  <a:lnTo>
                    <a:pt x="6877060" y="0"/>
                  </a:lnTo>
                  <a:lnTo>
                    <a:pt x="0" y="0"/>
                  </a:lnTo>
                  <a:lnTo>
                    <a:pt x="0" y="1195974"/>
                  </a:lnTo>
                  <a:close/>
                </a:path>
              </a:pathLst>
            </a:custGeom>
            <a:solidFill>
              <a:srgbClr val="FFA91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5" name="Google Shape;635;p12"/>
            <p:cNvSpPr/>
            <p:nvPr/>
          </p:nvSpPr>
          <p:spPr>
            <a:xfrm>
              <a:off x="268770" y="9586588"/>
              <a:ext cx="6324600" cy="612140"/>
            </a:xfrm>
            <a:custGeom>
              <a:rect b="b" l="l" r="r" t="t"/>
              <a:pathLst>
                <a:path extrusionOk="0" h="612140" w="6324600">
                  <a:moveTo>
                    <a:pt x="394309" y="305917"/>
                  </a:moveTo>
                  <a:lnTo>
                    <a:pt x="0" y="0"/>
                  </a:lnTo>
                  <a:lnTo>
                    <a:pt x="0" y="611847"/>
                  </a:lnTo>
                  <a:lnTo>
                    <a:pt x="394309" y="305917"/>
                  </a:lnTo>
                  <a:close/>
                </a:path>
                <a:path extrusionOk="0" h="612140" w="6324600">
                  <a:moveTo>
                    <a:pt x="933411" y="305917"/>
                  </a:moveTo>
                  <a:lnTo>
                    <a:pt x="539115" y="0"/>
                  </a:lnTo>
                  <a:lnTo>
                    <a:pt x="539115" y="611847"/>
                  </a:lnTo>
                  <a:lnTo>
                    <a:pt x="933411" y="305917"/>
                  </a:lnTo>
                  <a:close/>
                </a:path>
                <a:path extrusionOk="0" h="612140" w="6324600">
                  <a:moveTo>
                    <a:pt x="1472526" y="305917"/>
                  </a:moveTo>
                  <a:lnTo>
                    <a:pt x="1078230" y="0"/>
                  </a:lnTo>
                  <a:lnTo>
                    <a:pt x="1078230" y="611847"/>
                  </a:lnTo>
                  <a:lnTo>
                    <a:pt x="1472526" y="305917"/>
                  </a:lnTo>
                  <a:close/>
                </a:path>
                <a:path extrusionOk="0" h="612140" w="6324600">
                  <a:moveTo>
                    <a:pt x="2011629" y="305917"/>
                  </a:moveTo>
                  <a:lnTo>
                    <a:pt x="1617332" y="0"/>
                  </a:lnTo>
                  <a:lnTo>
                    <a:pt x="1617332" y="611847"/>
                  </a:lnTo>
                  <a:lnTo>
                    <a:pt x="2011629" y="305917"/>
                  </a:lnTo>
                  <a:close/>
                </a:path>
                <a:path extrusionOk="0" h="612140" w="6324600">
                  <a:moveTo>
                    <a:pt x="2550744" y="305917"/>
                  </a:moveTo>
                  <a:lnTo>
                    <a:pt x="2156447" y="0"/>
                  </a:lnTo>
                  <a:lnTo>
                    <a:pt x="2156447" y="611847"/>
                  </a:lnTo>
                  <a:lnTo>
                    <a:pt x="2550744" y="305917"/>
                  </a:lnTo>
                  <a:close/>
                </a:path>
                <a:path extrusionOk="0" h="612140" w="6324600">
                  <a:moveTo>
                    <a:pt x="3089846" y="305917"/>
                  </a:moveTo>
                  <a:lnTo>
                    <a:pt x="2695549" y="0"/>
                  </a:lnTo>
                  <a:lnTo>
                    <a:pt x="2695549" y="611847"/>
                  </a:lnTo>
                  <a:lnTo>
                    <a:pt x="3089846" y="305917"/>
                  </a:lnTo>
                  <a:close/>
                </a:path>
                <a:path extrusionOk="0" h="612140" w="6324600">
                  <a:moveTo>
                    <a:pt x="3628961" y="305917"/>
                  </a:moveTo>
                  <a:lnTo>
                    <a:pt x="3234664" y="0"/>
                  </a:lnTo>
                  <a:lnTo>
                    <a:pt x="3234664" y="611847"/>
                  </a:lnTo>
                  <a:lnTo>
                    <a:pt x="3628961" y="305917"/>
                  </a:lnTo>
                  <a:close/>
                </a:path>
                <a:path extrusionOk="0" h="612140" w="6324600">
                  <a:moveTo>
                    <a:pt x="4168076" y="305917"/>
                  </a:moveTo>
                  <a:lnTo>
                    <a:pt x="3773767" y="0"/>
                  </a:lnTo>
                  <a:lnTo>
                    <a:pt x="3773767" y="611847"/>
                  </a:lnTo>
                  <a:lnTo>
                    <a:pt x="4168076" y="305917"/>
                  </a:lnTo>
                  <a:close/>
                </a:path>
                <a:path extrusionOk="0" h="612140" w="6324600">
                  <a:moveTo>
                    <a:pt x="4707179" y="305917"/>
                  </a:moveTo>
                  <a:lnTo>
                    <a:pt x="4312882" y="0"/>
                  </a:lnTo>
                  <a:lnTo>
                    <a:pt x="4312882" y="611847"/>
                  </a:lnTo>
                  <a:lnTo>
                    <a:pt x="4707179" y="305917"/>
                  </a:lnTo>
                  <a:close/>
                </a:path>
                <a:path extrusionOk="0" h="612140" w="6324600">
                  <a:moveTo>
                    <a:pt x="5246294" y="305917"/>
                  </a:moveTo>
                  <a:lnTo>
                    <a:pt x="4851984" y="0"/>
                  </a:lnTo>
                  <a:lnTo>
                    <a:pt x="4851984" y="611847"/>
                  </a:lnTo>
                  <a:lnTo>
                    <a:pt x="5246294" y="305917"/>
                  </a:lnTo>
                  <a:close/>
                </a:path>
                <a:path extrusionOk="0" h="612140" w="6324600">
                  <a:moveTo>
                    <a:pt x="5785396" y="305917"/>
                  </a:moveTo>
                  <a:lnTo>
                    <a:pt x="5391099" y="0"/>
                  </a:lnTo>
                  <a:lnTo>
                    <a:pt x="5391099" y="611847"/>
                  </a:lnTo>
                  <a:lnTo>
                    <a:pt x="5785396" y="305917"/>
                  </a:lnTo>
                  <a:close/>
                </a:path>
                <a:path extrusionOk="0" h="612140" w="6324600">
                  <a:moveTo>
                    <a:pt x="6324511" y="305917"/>
                  </a:moveTo>
                  <a:lnTo>
                    <a:pt x="5930201" y="0"/>
                  </a:lnTo>
                  <a:lnTo>
                    <a:pt x="5930201" y="611847"/>
                  </a:lnTo>
                  <a:lnTo>
                    <a:pt x="6324511" y="305917"/>
                  </a:lnTo>
                  <a:close/>
                </a:path>
              </a:pathLst>
            </a:custGeom>
            <a:solidFill>
              <a:srgbClr val="560777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6" name="Google Shape;636;p12"/>
            <p:cNvSpPr/>
            <p:nvPr/>
          </p:nvSpPr>
          <p:spPr>
            <a:xfrm>
              <a:off x="6877050" y="9303785"/>
              <a:ext cx="1196340" cy="1196340"/>
            </a:xfrm>
            <a:custGeom>
              <a:rect b="b" l="l" r="r" t="t"/>
              <a:pathLst>
                <a:path extrusionOk="0" h="1196340" w="1196340">
                  <a:moveTo>
                    <a:pt x="1195971" y="0"/>
                  </a:moveTo>
                  <a:lnTo>
                    <a:pt x="0" y="0"/>
                  </a:lnTo>
                  <a:lnTo>
                    <a:pt x="0" y="5234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46494"/>
                  </a:lnTo>
                  <a:lnTo>
                    <a:pt x="0" y="19530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293001"/>
                  </a:lnTo>
                  <a:lnTo>
                    <a:pt x="0" y="338251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439508"/>
                  </a:lnTo>
                  <a:lnTo>
                    <a:pt x="0" y="481215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586016"/>
                  </a:lnTo>
                  <a:lnTo>
                    <a:pt x="0" y="624166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732523"/>
                  </a:lnTo>
                  <a:lnTo>
                    <a:pt x="0" y="767118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879030"/>
                  </a:lnTo>
                  <a:lnTo>
                    <a:pt x="0" y="910069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025537"/>
                  </a:lnTo>
                  <a:lnTo>
                    <a:pt x="0" y="1053020"/>
                  </a:lnTo>
                  <a:lnTo>
                    <a:pt x="1195971" y="0"/>
                  </a:lnTo>
                  <a:close/>
                </a:path>
                <a:path extrusionOk="0" h="1196340" w="1196340">
                  <a:moveTo>
                    <a:pt x="1195971" y="0"/>
                  </a:moveTo>
                  <a:lnTo>
                    <a:pt x="0" y="1172032"/>
                  </a:lnTo>
                  <a:lnTo>
                    <a:pt x="0" y="1195971"/>
                  </a:lnTo>
                  <a:lnTo>
                    <a:pt x="1195971" y="0"/>
                  </a:lnTo>
                  <a:close/>
                </a:path>
              </a:pathLst>
            </a:custGeom>
            <a:solidFill>
              <a:srgbClr val="90A0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637" name="Google Shape;637;p12"/>
          <p:cNvGrpSpPr/>
          <p:nvPr/>
        </p:nvGrpSpPr>
        <p:grpSpPr>
          <a:xfrm>
            <a:off x="6344628" y="487055"/>
            <a:ext cx="5847372" cy="5116588"/>
            <a:chOff x="6344628" y="928827"/>
            <a:chExt cx="5847372" cy="5116588"/>
          </a:xfrm>
        </p:grpSpPr>
        <p:sp>
          <p:nvSpPr>
            <p:cNvPr id="638" name="Google Shape;638;p12"/>
            <p:cNvSpPr/>
            <p:nvPr/>
          </p:nvSpPr>
          <p:spPr>
            <a:xfrm flipH="1">
              <a:off x="6344628" y="928827"/>
              <a:ext cx="5092675" cy="5111615"/>
            </a:xfrm>
            <a:custGeom>
              <a:rect b="b" l="l" r="r" t="t"/>
              <a:pathLst>
                <a:path extrusionOk="0" h="7026275" w="7000240">
                  <a:moveTo>
                    <a:pt x="0" y="0"/>
                  </a:moveTo>
                  <a:lnTo>
                    <a:pt x="0" y="7025843"/>
                  </a:lnTo>
                  <a:lnTo>
                    <a:pt x="7000062" y="34984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067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39" name="Google Shape;639;p12"/>
            <p:cNvSpPr/>
            <p:nvPr/>
          </p:nvSpPr>
          <p:spPr>
            <a:xfrm flipH="1">
              <a:off x="6518328" y="933582"/>
              <a:ext cx="4918977" cy="5111615"/>
            </a:xfrm>
            <a:custGeom>
              <a:rect b="b" l="l" r="r" t="t"/>
              <a:pathLst>
                <a:path extrusionOk="0" h="7026275" w="6761480">
                  <a:moveTo>
                    <a:pt x="1628190" y="3498443"/>
                  </a:moveTo>
                  <a:lnTo>
                    <a:pt x="0" y="0"/>
                  </a:lnTo>
                  <a:lnTo>
                    <a:pt x="1158392" y="3638956"/>
                  </a:lnTo>
                  <a:lnTo>
                    <a:pt x="0" y="7025843"/>
                  </a:lnTo>
                  <a:lnTo>
                    <a:pt x="1628190" y="3498443"/>
                  </a:lnTo>
                  <a:close/>
                </a:path>
                <a:path extrusionOk="0" h="7026275" w="6761480">
                  <a:moveTo>
                    <a:pt x="3749776" y="3498443"/>
                  </a:moveTo>
                  <a:lnTo>
                    <a:pt x="0" y="0"/>
                  </a:lnTo>
                  <a:lnTo>
                    <a:pt x="2555240" y="3638956"/>
                  </a:lnTo>
                  <a:lnTo>
                    <a:pt x="0" y="7025843"/>
                  </a:lnTo>
                  <a:lnTo>
                    <a:pt x="3749776" y="3498443"/>
                  </a:lnTo>
                  <a:close/>
                </a:path>
                <a:path extrusionOk="0" h="7026275" w="6761480">
                  <a:moveTo>
                    <a:pt x="6760934" y="3498443"/>
                  </a:moveTo>
                  <a:lnTo>
                    <a:pt x="0" y="0"/>
                  </a:lnTo>
                  <a:lnTo>
                    <a:pt x="4533392" y="3638956"/>
                  </a:lnTo>
                  <a:lnTo>
                    <a:pt x="0" y="7025843"/>
                  </a:lnTo>
                  <a:lnTo>
                    <a:pt x="6760934" y="3498443"/>
                  </a:lnTo>
                  <a:close/>
                </a:path>
              </a:pathLst>
            </a:custGeom>
            <a:solidFill>
              <a:srgbClr val="00E5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40" name="Google Shape;640;p12"/>
            <p:cNvSpPr/>
            <p:nvPr/>
          </p:nvSpPr>
          <p:spPr>
            <a:xfrm flipH="1">
              <a:off x="11438075" y="933582"/>
              <a:ext cx="753922" cy="5108381"/>
            </a:xfrm>
            <a:custGeom>
              <a:rect b="b" l="l" r="r" t="t"/>
              <a:pathLst>
                <a:path extrusionOk="0" h="7021830" w="1036319">
                  <a:moveTo>
                    <a:pt x="1036104" y="6787705"/>
                  </a:moveTo>
                  <a:lnTo>
                    <a:pt x="0" y="6787705"/>
                  </a:lnTo>
                  <a:lnTo>
                    <a:pt x="0" y="7021792"/>
                  </a:lnTo>
                  <a:lnTo>
                    <a:pt x="1036104" y="7021792"/>
                  </a:lnTo>
                  <a:lnTo>
                    <a:pt x="1036104" y="6787705"/>
                  </a:lnTo>
                  <a:close/>
                </a:path>
                <a:path extrusionOk="0" h="7021830" w="1036319">
                  <a:moveTo>
                    <a:pt x="1036104" y="6265570"/>
                  </a:moveTo>
                  <a:lnTo>
                    <a:pt x="0" y="6265570"/>
                  </a:lnTo>
                  <a:lnTo>
                    <a:pt x="0" y="6505156"/>
                  </a:lnTo>
                  <a:lnTo>
                    <a:pt x="1036104" y="6505156"/>
                  </a:lnTo>
                  <a:lnTo>
                    <a:pt x="1036104" y="6265570"/>
                  </a:lnTo>
                  <a:close/>
                </a:path>
                <a:path extrusionOk="0" h="7021830" w="1036319">
                  <a:moveTo>
                    <a:pt x="1036104" y="5743460"/>
                  </a:moveTo>
                  <a:lnTo>
                    <a:pt x="0" y="5743460"/>
                  </a:lnTo>
                  <a:lnTo>
                    <a:pt x="0" y="5984481"/>
                  </a:lnTo>
                  <a:lnTo>
                    <a:pt x="1036104" y="5984481"/>
                  </a:lnTo>
                  <a:lnTo>
                    <a:pt x="1036104" y="5743460"/>
                  </a:lnTo>
                  <a:close/>
                </a:path>
                <a:path extrusionOk="0" h="7021830" w="1036319">
                  <a:moveTo>
                    <a:pt x="1036104" y="5221325"/>
                  </a:moveTo>
                  <a:lnTo>
                    <a:pt x="0" y="5221325"/>
                  </a:lnTo>
                  <a:lnTo>
                    <a:pt x="0" y="5463819"/>
                  </a:lnTo>
                  <a:lnTo>
                    <a:pt x="1036104" y="5463819"/>
                  </a:lnTo>
                  <a:lnTo>
                    <a:pt x="1036104" y="5221325"/>
                  </a:lnTo>
                  <a:close/>
                </a:path>
                <a:path extrusionOk="0" h="7021830" w="1036319">
                  <a:moveTo>
                    <a:pt x="1036104" y="4699190"/>
                  </a:moveTo>
                  <a:lnTo>
                    <a:pt x="0" y="4699190"/>
                  </a:lnTo>
                  <a:lnTo>
                    <a:pt x="0" y="4943145"/>
                  </a:lnTo>
                  <a:lnTo>
                    <a:pt x="1036104" y="4943145"/>
                  </a:lnTo>
                  <a:lnTo>
                    <a:pt x="1036104" y="4699190"/>
                  </a:lnTo>
                  <a:close/>
                </a:path>
                <a:path extrusionOk="0" h="7021830" w="1036319">
                  <a:moveTo>
                    <a:pt x="1036104" y="4177042"/>
                  </a:moveTo>
                  <a:lnTo>
                    <a:pt x="0" y="4177042"/>
                  </a:lnTo>
                  <a:lnTo>
                    <a:pt x="0" y="4422470"/>
                  </a:lnTo>
                  <a:lnTo>
                    <a:pt x="1036104" y="4422470"/>
                  </a:lnTo>
                  <a:lnTo>
                    <a:pt x="1036104" y="4177042"/>
                  </a:lnTo>
                  <a:close/>
                </a:path>
                <a:path extrusionOk="0" h="7021830" w="1036319">
                  <a:moveTo>
                    <a:pt x="1036104" y="3654920"/>
                  </a:moveTo>
                  <a:lnTo>
                    <a:pt x="0" y="3654920"/>
                  </a:lnTo>
                  <a:lnTo>
                    <a:pt x="0" y="3901808"/>
                  </a:lnTo>
                  <a:lnTo>
                    <a:pt x="1036104" y="3901808"/>
                  </a:lnTo>
                  <a:lnTo>
                    <a:pt x="1036104" y="3654920"/>
                  </a:lnTo>
                  <a:close/>
                </a:path>
                <a:path extrusionOk="0" h="7021830" w="1036319">
                  <a:moveTo>
                    <a:pt x="1036104" y="3132798"/>
                  </a:moveTo>
                  <a:lnTo>
                    <a:pt x="0" y="3132798"/>
                  </a:lnTo>
                  <a:lnTo>
                    <a:pt x="0" y="3381133"/>
                  </a:lnTo>
                  <a:lnTo>
                    <a:pt x="1036104" y="3381133"/>
                  </a:lnTo>
                  <a:lnTo>
                    <a:pt x="1036104" y="3132798"/>
                  </a:lnTo>
                  <a:close/>
                </a:path>
                <a:path extrusionOk="0" h="7021830" w="1036319">
                  <a:moveTo>
                    <a:pt x="1036104" y="2610650"/>
                  </a:moveTo>
                  <a:lnTo>
                    <a:pt x="0" y="2610650"/>
                  </a:lnTo>
                  <a:lnTo>
                    <a:pt x="0" y="2860459"/>
                  </a:lnTo>
                  <a:lnTo>
                    <a:pt x="1036104" y="2860459"/>
                  </a:lnTo>
                  <a:lnTo>
                    <a:pt x="1036104" y="2610650"/>
                  </a:lnTo>
                  <a:close/>
                </a:path>
                <a:path extrusionOk="0" h="7021830" w="1036319">
                  <a:moveTo>
                    <a:pt x="1036104" y="2088527"/>
                  </a:moveTo>
                  <a:lnTo>
                    <a:pt x="0" y="2088527"/>
                  </a:lnTo>
                  <a:lnTo>
                    <a:pt x="0" y="2339797"/>
                  </a:lnTo>
                  <a:lnTo>
                    <a:pt x="1036104" y="2339797"/>
                  </a:lnTo>
                  <a:lnTo>
                    <a:pt x="1036104" y="2088527"/>
                  </a:lnTo>
                  <a:close/>
                </a:path>
                <a:path extrusionOk="0" h="7021830" w="1036319">
                  <a:moveTo>
                    <a:pt x="1036104" y="1566392"/>
                  </a:moveTo>
                  <a:lnTo>
                    <a:pt x="0" y="1566392"/>
                  </a:lnTo>
                  <a:lnTo>
                    <a:pt x="0" y="1819122"/>
                  </a:lnTo>
                  <a:lnTo>
                    <a:pt x="1036104" y="1819122"/>
                  </a:lnTo>
                  <a:lnTo>
                    <a:pt x="1036104" y="1566392"/>
                  </a:lnTo>
                  <a:close/>
                </a:path>
                <a:path extrusionOk="0" h="7021830" w="1036319">
                  <a:moveTo>
                    <a:pt x="1036104" y="1044257"/>
                  </a:moveTo>
                  <a:lnTo>
                    <a:pt x="0" y="1044257"/>
                  </a:lnTo>
                  <a:lnTo>
                    <a:pt x="0" y="1298448"/>
                  </a:lnTo>
                  <a:lnTo>
                    <a:pt x="1036104" y="1298448"/>
                  </a:lnTo>
                  <a:lnTo>
                    <a:pt x="1036104" y="1044257"/>
                  </a:lnTo>
                  <a:close/>
                </a:path>
                <a:path extrusionOk="0" h="7021830" w="1036319">
                  <a:moveTo>
                    <a:pt x="1036104" y="522122"/>
                  </a:moveTo>
                  <a:lnTo>
                    <a:pt x="0" y="522122"/>
                  </a:lnTo>
                  <a:lnTo>
                    <a:pt x="0" y="777773"/>
                  </a:lnTo>
                  <a:lnTo>
                    <a:pt x="1036104" y="777773"/>
                  </a:lnTo>
                  <a:lnTo>
                    <a:pt x="1036104" y="522122"/>
                  </a:lnTo>
                  <a:close/>
                </a:path>
                <a:path extrusionOk="0" h="7021830" w="1036319">
                  <a:moveTo>
                    <a:pt x="1036104" y="0"/>
                  </a:moveTo>
                  <a:lnTo>
                    <a:pt x="0" y="0"/>
                  </a:lnTo>
                  <a:lnTo>
                    <a:pt x="0" y="257111"/>
                  </a:lnTo>
                  <a:lnTo>
                    <a:pt x="1036104" y="257111"/>
                  </a:lnTo>
                  <a:lnTo>
                    <a:pt x="103610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pic>
          <p:nvPicPr>
            <p:cNvPr id="641" name="Google Shape;641;p12"/>
            <p:cNvPicPr preferRelativeResize="0"/>
            <p:nvPr/>
          </p:nvPicPr>
          <p:blipFill rotWithShape="1">
            <a:blip r:embed="rId3">
              <a:alphaModFix/>
            </a:blip>
            <a:srcRect b="2856" l="0" r="0" t="0"/>
            <a:stretch/>
          </p:blipFill>
          <p:spPr>
            <a:xfrm flipH="1">
              <a:off x="6813518" y="1877725"/>
              <a:ext cx="5314701" cy="4125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42" name="Google Shape;642;p12"/>
            <p:cNvSpPr/>
            <p:nvPr/>
          </p:nvSpPr>
          <p:spPr>
            <a:xfrm flipH="1">
              <a:off x="7022230" y="5871298"/>
              <a:ext cx="5169770" cy="174117"/>
            </a:xfrm>
            <a:custGeom>
              <a:rect b="b" l="l" r="r" t="t"/>
              <a:pathLst>
                <a:path extrusionOk="0" h="1450975" w="8406130">
                  <a:moveTo>
                    <a:pt x="8405774" y="0"/>
                  </a:moveTo>
                  <a:lnTo>
                    <a:pt x="0" y="0"/>
                  </a:lnTo>
                  <a:lnTo>
                    <a:pt x="12" y="1450581"/>
                  </a:lnTo>
                  <a:lnTo>
                    <a:pt x="8405774" y="1450581"/>
                  </a:lnTo>
                  <a:lnTo>
                    <a:pt x="8405774" y="0"/>
                  </a:lnTo>
                  <a:close/>
                </a:path>
              </a:pathLst>
            </a:custGeom>
            <a:solidFill>
              <a:srgbClr val="8F9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  <p:transition spd="slow">
    <p:push/>
  </p:transition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2.png"/><Relationship Id="rId2" Type="http://schemas.openxmlformats.org/officeDocument/2006/relationships/hyperlink" Target="http://interledger.org" TargetMode="External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9929225" y="295100"/>
            <a:ext cx="1972325" cy="592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7142625" y="6258825"/>
            <a:ext cx="48627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2C2C2"/>
              </a:buClr>
              <a:buSzPts val="800"/>
              <a:buNone/>
            </a:pPr>
            <a:r>
              <a:rPr lang="en-MY" sz="1000" u="sng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Interledger.org</a:t>
            </a:r>
            <a:r>
              <a:rPr lang="en-MY" sz="1000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endParaRPr sz="1000">
              <a:solidFill>
                <a:srgbClr val="8A3BA2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 sz="1000">
                <a:solidFill>
                  <a:srgbClr val="8A3BA2"/>
                </a:solidFill>
                <a:latin typeface="Poppins Light"/>
                <a:ea typeface="Poppins Light"/>
                <a:cs typeface="Poppins Light"/>
                <a:sym typeface="Poppins Light"/>
              </a:rPr>
              <a:t>#OpenPayments #ILPHacks</a:t>
            </a:r>
            <a:endParaRPr sz="1000">
              <a:solidFill>
                <a:srgbClr val="8A3BA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transition spd="slow">
    <p:push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Pg1" Type="http://schemas.openxmlformats.org/officeDocument/2006/relationships/image" Target="../media/paygent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Pg3" Type="http://schemas.openxmlformats.org/officeDocument/2006/relationships/image" Target="../media/paygent3.png"/><Relationship Id="rIdPg10" Type="http://schemas.openxmlformats.org/officeDocument/2006/relationships/image" Target="../media/paygent10.png"/><Relationship Id="rIdPg16" Type="http://schemas.openxmlformats.org/officeDocument/2006/relationships/image" Target="../media/paygent16.png"/><Relationship Id="rIdPg21" Type="http://schemas.openxmlformats.org/officeDocument/2006/relationships/image" Target="../media/paygent21.png"/><Relationship Id="rIdPg26" Type="http://schemas.openxmlformats.org/officeDocument/2006/relationships/image" Target="../media/paygent2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Pg31" Type="http://schemas.openxmlformats.org/officeDocument/2006/relationships/image" Target="../media/paygent31.png"/><Relationship Id="rIdPg41" Type="http://schemas.openxmlformats.org/officeDocument/2006/relationships/image" Target="../media/paygent41.png"/><Relationship Id="rIdPg46" Type="http://schemas.openxmlformats.org/officeDocument/2006/relationships/image" Target="../media/paygent46.png"/><Relationship Id="rIdPg51" Type="http://schemas.openxmlformats.org/officeDocument/2006/relationships/image" Target="../media/paygent51.png"/><Relationship Id="rIdPg56" Type="http://schemas.openxmlformats.org/officeDocument/2006/relationships/image" Target="../media/paygent56.png"/><Relationship Id="rIdPg61" Type="http://schemas.openxmlformats.org/officeDocument/2006/relationships/image" Target="../media/paygent6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66" Type="http://schemas.openxmlformats.org/officeDocument/2006/relationships/image" Target="../media/paygent66.png"/><Relationship Id="rIdPg70" Type="http://schemas.openxmlformats.org/officeDocument/2006/relationships/image" Target="../media/paygent70.png"/><Relationship Id="rIdPg74" Type="http://schemas.openxmlformats.org/officeDocument/2006/relationships/image" Target="../media/paygent74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79" Type="http://schemas.openxmlformats.org/officeDocument/2006/relationships/image" Target="../media/paygent79.png"/><Relationship Id="rIdPg84" Type="http://schemas.openxmlformats.org/officeDocument/2006/relationships/image" Target="../media/paygent84.png"/><Relationship Id="rIdPg89" Type="http://schemas.openxmlformats.org/officeDocument/2006/relationships/image" Target="../media/paygent89.png"/><Relationship Id="rIdPg94" Type="http://schemas.openxmlformats.org/officeDocument/2006/relationships/image" Target="../media/paygent94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99" Type="http://schemas.openxmlformats.org/officeDocument/2006/relationships/image" Target="../media/paygent99.png"/><Relationship Id="rIdPg104" Type="http://schemas.openxmlformats.org/officeDocument/2006/relationships/image" Target="../media/paygent104.png"/><Relationship Id="rIdPg109" Type="http://schemas.openxmlformats.org/officeDocument/2006/relationships/image" Target="../media/paygent109.png"/><Relationship Id="rIdPg114" Type="http://schemas.openxmlformats.org/officeDocument/2006/relationships/image" Target="../media/paygent114.png"/><Relationship Id="rIdPg119" Type="http://schemas.openxmlformats.org/officeDocument/2006/relationships/image" Target="../media/paygent119.png"/><Relationship Id="rIdPg124" Type="http://schemas.openxmlformats.org/officeDocument/2006/relationships/image" Target="../media/paygent124.png"/><Relationship Id="rIdPg129" Type="http://schemas.openxmlformats.org/officeDocument/2006/relationships/image" Target="../media/paygent129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Pg135" Type="http://schemas.openxmlformats.org/officeDocument/2006/relationships/image" Target="../media/paygent135.png"/><Relationship Id="rIdPg140" Type="http://schemas.openxmlformats.org/officeDocument/2006/relationships/image" Target="../media/paygent140.png"/><Relationship Id="rIdPg145" Type="http://schemas.openxmlformats.org/officeDocument/2006/relationships/image" Target="../media/paygent14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3"/>
          <p:cNvSpPr txBox="1"/>
          <p:nvPr>
            <p:ph idx="1" type="body"/>
          </p:nvPr>
        </p:nvSpPr>
        <p:spPr>
          <a:xfrm>
            <a:off x="436201" y="1636170"/>
            <a:ext cx="54399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None/>
            </a:pPr>
            <a:r>
              <a:rPr sz="4400" lang="en-MY"/>
              <a:t>PAYGENT</a:t>
            </a:r>
          </a:p>
        </p:txBody>
      </p:sp>
      <p:sp>
        <p:nvSpPr>
          <p:cNvPr id="648" name="Google Shape;648;p13"/>
          <p:cNvSpPr txBox="1"/>
          <p:nvPr>
            <p:ph idx="2" type="body"/>
          </p:nvPr>
        </p:nvSpPr>
        <p:spPr>
          <a:xfrm>
            <a:off x="656622" y="4032642"/>
            <a:ext cx="52194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sz="1500" lang="en-MY"/>
              <a:t>Pagar no debería necesitar internet</a:t>
            </a:r>
          </a:p>
        </p:txBody>
      </p:sp>
      <p:sp>
        <p:nvSpPr>
          <p:cNvPr id="649" name="Google Shape;649;p13"/>
          <p:cNvSpPr txBox="1"/>
          <p:nvPr>
            <p:ph idx="3" type="body"/>
          </p:nvPr>
        </p:nvSpPr>
        <p:spPr>
          <a:xfrm>
            <a:off x="549322" y="6031214"/>
            <a:ext cx="1862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rPr lang="en-MY"/>
              <a:t>FECHA:</a:t>
            </a:r>
            <a:br>
              <a:rPr lang="en-MY"/>
            </a:br>
            <a:r>
              <a:rPr lang="en-MY"/>
              <a:t>17 Octubre 2026</a:t>
            </a:r>
            <a:endParaRPr/>
          </a:p>
        </p:txBody>
      </p:sp>
      <p:sp>
        <p:nvSpPr>
          <p:cNvPr id="650" name="Google Shape;650;p13"/>
          <p:cNvSpPr txBox="1"/>
          <p:nvPr>
            <p:ph idx="4" type="body"/>
          </p:nvPr>
        </p:nvSpPr>
        <p:spPr>
          <a:xfrm>
            <a:off x="2408178" y="6031225"/>
            <a:ext cx="2712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rPr lang="en-MY"/>
              <a:t>CIUDAD: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MY"/>
              <a:t>Medellín, Colombia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14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Quiénes construimos Paygent</a:t>
            </a:r>
          </a:p>
        </p:txBody>
      </p:sp>
      <p:sp>
        <p:nvSpPr>
          <p:cNvPr id="656" name="Google Shape;656;p14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>
                <a:solidFill>
                  <a:srgbClr val="560676"/>
                </a:solidFill>
              </a:rPr>
              <a:t>INTRODUCCIÓN DEL EQUIPO</a:t>
            </a:r>
            <a:endParaRPr/>
          </a:p>
        </p:txBody>
      </p:sp>
      <p:sp>
        <p:nvSpPr>
          <p:cNvPr id="657" name="Google Shape;657;p14"/>
          <p:cNvSpPr txBox="1"/>
          <p:nvPr>
            <p:ph idx="4" type="body"/>
          </p:nvPr>
        </p:nvSpPr>
        <p:spPr>
          <a:xfrm>
            <a:off x="5688471" y="180099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-MY"/>
              <a:t>Carlos Andres Florez Vargas</a:t>
            </a:r>
          </a:p>
        </p:txBody>
      </p:sp>
      <p:sp>
        <p:nvSpPr>
          <p:cNvPr id="658" name="Google Shape;658;p14"/>
          <p:cNvSpPr txBox="1"/>
          <p:nvPr>
            <p:ph idx="5" type="body"/>
          </p:nvPr>
        </p:nvSpPr>
        <p:spPr>
          <a:xfrm>
            <a:off x="5688471" y="260873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MY">
                <a:solidFill>
                  <a:schemeClr val="dk1"/>
                </a:solidFill>
              </a:rPr>
              <a:t>Pedro Jose Gomez</a:t>
            </a:r>
          </a:p>
        </p:txBody>
      </p:sp>
      <p:sp>
        <p:nvSpPr>
          <p:cNvPr id="659" name="Google Shape;659;p14"/>
          <p:cNvSpPr txBox="1"/>
          <p:nvPr>
            <p:ph idx="6" type="body"/>
          </p:nvPr>
        </p:nvSpPr>
        <p:spPr>
          <a:xfrm>
            <a:off x="5688471" y="341647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MY">
                <a:solidFill>
                  <a:schemeClr val="dk1"/>
                </a:solidFill>
              </a:rPr>
              <a:t>Roy Sandoval Viera</a:t>
            </a:r>
          </a:p>
        </p:txBody>
      </p:sp>
      <p:sp>
        <p:nvSpPr>
          <p:cNvPr id="660" name="Google Shape;660;p14"/>
          <p:cNvSpPr txBox="1"/>
          <p:nvPr>
            <p:ph idx="7" type="body"/>
          </p:nvPr>
        </p:nvSpPr>
        <p:spPr>
          <a:xfrm>
            <a:off x="5688471" y="4224219"/>
            <a:ext cx="53910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MY">
                <a:solidFill>
                  <a:schemeClr val="dk1"/>
                </a:solidFill>
              </a:rPr>
              <a:t>Luis Angel Seoanes</a:t>
            </a:r>
          </a:p>
        </p:txBody>
      </p:sp>
      <p:pic>
        <p:nvPicPr>
          <p:cNvPr id="662" name="Google Shape;662;p14" title="Screenshot 2026-09-15 at 20.26.55.png"/>
          <p:cNvPicPr preferRelativeResize="0"/>
          <p:nvPr>
            <p:ph idx="3" type="pic"/>
          </p:nvPr>
        </p:nvPicPr>
        <p:blipFill rotWithShape="1">
          <a:blip r:embed="rIdPg1">
            <a:alphaModFix/>
          </a:blip>
          <a:stretch/>
        </p:blipFill>
        <p:spPr>
          <a:xfrm>
            <a:off x="401921" y="1491414"/>
            <a:ext cx="4320000" cy="4320000"/>
          </a:xfrm>
          <a:prstGeom prst="roundRect">
            <a:avLst>
              <a:gd fmla="val 1887" name="adj"/>
            </a:avLst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15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El dinero cruza la frontera. Gastarlo es lo difícil.</a:t>
            </a:r>
          </a:p>
        </p:txBody>
      </p:sp>
      <p:sp>
        <p:nvSpPr>
          <p:cNvPr id="668" name="Google Shape;668;p15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EL RETO</a:t>
            </a:r>
          </a:p>
        </p:txBody>
      </p:sp>
      <p:sp>
        <p:nvSpPr>
          <p:cNvPr id="9002" name="Fondo user"/>
          <p:cNvSpPr/>
          <p:nvPr/>
        </p:nvSpPr>
        <p:spPr>
          <a:xfrm>
            <a:off x="1000000" y="1750000"/>
            <a:ext cx="1000000" cy="100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04" name="user" descr="user"/>
          <p:cNvPicPr>
            <a:picLocks noChangeAspect="1"/>
          </p:cNvPicPr>
          <p:nvPr/>
        </p:nvPicPr>
        <p:blipFill>
          <a:blip r:embed="rIdPg3"/>
          <a:stretch>
            <a:fillRect/>
          </a:stretch>
        </p:blipFill>
        <p:spPr>
          <a:xfrm>
            <a:off x="1240000" y="1990000"/>
            <a:ext cx="520000" cy="520000"/>
          </a:xfrm>
          <a:prstGeom prst="rect">
            <a:avLst/>
          </a:prstGeom>
        </p:spPr>
      </p:pic>
      <p:sp>
        <p:nvSpPr>
          <p:cNvPr id="9005" name="Juan"/>
          <p:cNvSpPr txBox="1"/>
          <p:nvPr/>
        </p:nvSpPr>
        <p:spPr>
          <a:xfrm>
            <a:off x="2150000" y="1830000"/>
            <a:ext cx="2300000" cy="84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200" b="1">
                <a:solidFill>
                  <a:srgbClr val="48156E"/>
                </a:solidFill>
                <a:latin typeface="Poppins"/>
                <a:cs typeface="Poppins"/>
              </a:rPr>
              <a:t>Juan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trabaja en Texas</a:t>
            </a:r>
          </a:p>
        </p:txBody>
      </p:sp>
      <p:sp>
        <p:nvSpPr>
          <p:cNvPr id="9006" name="Línea"/>
          <p:cNvSpPr/>
          <p:nvPr/>
        </p:nvSpPr>
        <p:spPr>
          <a:xfrm>
            <a:off x="4450000" y="2228000"/>
            <a:ext cx="2850000" cy="44000"/>
          </a:xfrm>
          <a:prstGeom prst="rect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07" name="Punta"/>
          <p:cNvSpPr/>
          <p:nvPr/>
        </p:nvSpPr>
        <p:spPr>
          <a:xfrm>
            <a:off x="7250000" y="2120000"/>
            <a:ext cx="300000" cy="26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08" name="Dinero"/>
          <p:cNvSpPr txBox="1"/>
          <p:nvPr/>
        </p:nvSpPr>
        <p:spPr>
          <a:xfrm>
            <a:off x="5600000" y="1950000"/>
            <a:ext cx="600000" cy="600000"/>
          </a:xfrm>
          <a:prstGeom prst="ellipse">
            <a:avLst/>
          </a:prstGeom>
          <a:solidFill>
            <a:srgbClr val="0FA88E"/>
          </a:solidFill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2200" b="1">
                <a:solidFill>
                  <a:srgbClr val="FFFFFF"/>
                </a:solidFill>
                <a:latin typeface="Poppins"/>
                <a:cs typeface="Poppins"/>
              </a:rPr>
              <a:t>$</a:t>
            </a:r>
          </a:p>
        </p:txBody>
      </p:sp>
      <p:sp>
        <p:nvSpPr>
          <p:cNvPr id="9009" name="Fondo house"/>
          <p:cNvSpPr/>
          <p:nvPr/>
        </p:nvSpPr>
        <p:spPr>
          <a:xfrm>
            <a:off x="7750000" y="1750000"/>
            <a:ext cx="1000000" cy="100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11" name="house" descr="house"/>
          <p:cNvPicPr>
            <a:picLocks noChangeAspect="1"/>
          </p:cNvPicPr>
          <p:nvPr/>
        </p:nvPicPr>
        <p:blipFill>
          <a:blip r:embed="rIdPg10"/>
          <a:stretch>
            <a:fillRect/>
          </a:stretch>
        </p:blipFill>
        <p:spPr>
          <a:xfrm>
            <a:off x="7990000" y="1990000"/>
            <a:ext cx="520000" cy="520000"/>
          </a:xfrm>
          <a:prstGeom prst="rect">
            <a:avLst/>
          </a:prstGeom>
        </p:spPr>
      </p:pic>
      <p:sp>
        <p:nvSpPr>
          <p:cNvPr id="9012" name="Mamá"/>
          <p:cNvSpPr txBox="1"/>
          <p:nvPr/>
        </p:nvSpPr>
        <p:spPr>
          <a:xfrm>
            <a:off x="8900000" y="1830000"/>
            <a:ext cx="2900000" cy="84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200" b="1">
                <a:solidFill>
                  <a:srgbClr val="48156E"/>
                </a:solidFill>
                <a:latin typeface="Poppins"/>
                <a:cs typeface="Poppins"/>
              </a:rPr>
              <a:t>Su mamá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una vereda de Antioquia</a:t>
            </a:r>
          </a:p>
        </p:txBody>
      </p:sp>
      <p:sp>
        <p:nvSpPr>
          <p:cNvPr id="9013" name="Puente"/>
          <p:cNvSpPr txBox="1"/>
          <p:nvPr/>
        </p:nvSpPr>
        <p:spPr>
          <a:xfrm>
            <a:off x="900000" y="3350000"/>
            <a:ext cx="104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500">
                <a:solidFill>
                  <a:srgbClr val="5A5A66"/>
                </a:solidFill>
                <a:latin typeface="Poppins"/>
                <a:cs typeface="Poppins"/>
              </a:rPr>
              <a:t>Pero para pagar en la tienda del pueblo hace falta…</a:t>
            </a:r>
          </a:p>
        </p:txBody>
      </p:sp>
      <p:sp>
        <p:nvSpPr>
          <p:cNvPr id="9014" name="Tarjeta Señal"/>
          <p:cNvSpPr/>
          <p:nvPr/>
        </p:nvSpPr>
        <p:spPr>
          <a:xfrm>
            <a:off x="900000" y="3900000"/>
            <a:ext cx="3300000" cy="13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15" name="Fondo wifi-off"/>
          <p:cNvSpPr/>
          <p:nvPr/>
        </p:nvSpPr>
        <p:spPr>
          <a:xfrm>
            <a:off x="1080000" y="4195000"/>
            <a:ext cx="760000" cy="76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17" name="wifi-off" descr="wifi-off"/>
          <p:cNvPicPr>
            <a:picLocks noChangeAspect="1"/>
          </p:cNvPicPr>
          <p:nvPr/>
        </p:nvPicPr>
        <p:blipFill>
          <a:blip r:embed="rIdPg16"/>
          <a:stretch>
            <a:fillRect/>
          </a:stretch>
        </p:blipFill>
        <p:spPr>
          <a:xfrm>
            <a:off x="1262400" y="4377400"/>
            <a:ext cx="395200" cy="395200"/>
          </a:xfrm>
          <a:prstGeom prst="rect">
            <a:avLst/>
          </a:prstGeom>
        </p:spPr>
      </p:pic>
      <p:sp>
        <p:nvSpPr>
          <p:cNvPr id="9018" name="Señal"/>
          <p:cNvSpPr txBox="1"/>
          <p:nvPr/>
        </p:nvSpPr>
        <p:spPr>
          <a:xfrm>
            <a:off x="2020000" y="3900000"/>
            <a:ext cx="203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Señal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300">
                <a:solidFill>
                  <a:srgbClr val="5A5A66"/>
                </a:solidFill>
                <a:latin typeface="Poppins"/>
                <a:cs typeface="Poppins"/>
              </a:rPr>
              <a:t>En la vereda va y viene</a:t>
            </a:r>
          </a:p>
        </p:txBody>
      </p:sp>
      <p:sp>
        <p:nvSpPr>
          <p:cNvPr id="9019" name="Tarjeta Smartphone"/>
          <p:cNvSpPr/>
          <p:nvPr/>
        </p:nvSpPr>
        <p:spPr>
          <a:xfrm>
            <a:off x="4450000" y="3900000"/>
            <a:ext cx="3300000" cy="13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20" name="Fondo smartphone"/>
          <p:cNvSpPr/>
          <p:nvPr/>
        </p:nvSpPr>
        <p:spPr>
          <a:xfrm>
            <a:off x="4630000" y="4195000"/>
            <a:ext cx="760000" cy="76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22" name="smartphone" descr="smartphone"/>
          <p:cNvPicPr>
            <a:picLocks noChangeAspect="1"/>
          </p:cNvPicPr>
          <p:nvPr/>
        </p:nvPicPr>
        <p:blipFill>
          <a:blip r:embed="rIdPg21"/>
          <a:stretch>
            <a:fillRect/>
          </a:stretch>
        </p:blipFill>
        <p:spPr>
          <a:xfrm>
            <a:off x="4812400" y="4377400"/>
            <a:ext cx="395200" cy="395200"/>
          </a:xfrm>
          <a:prstGeom prst="rect">
            <a:avLst/>
          </a:prstGeom>
        </p:spPr>
      </p:pic>
      <p:sp>
        <p:nvSpPr>
          <p:cNvPr id="9023" name="Smartphone"/>
          <p:cNvSpPr txBox="1"/>
          <p:nvPr/>
        </p:nvSpPr>
        <p:spPr>
          <a:xfrm>
            <a:off x="5570000" y="3900000"/>
            <a:ext cx="203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Smartphone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300">
                <a:solidFill>
                  <a:srgbClr val="5A5A66"/>
                </a:solidFill>
                <a:latin typeface="Poppins"/>
                <a:cs typeface="Poppins"/>
              </a:rPr>
              <a:t>Muchos usan celular de teclas</a:t>
            </a:r>
          </a:p>
        </p:txBody>
      </p:sp>
      <p:sp>
        <p:nvSpPr>
          <p:cNvPr id="9024" name="Tarjeta Wallet propia"/>
          <p:cNvSpPr/>
          <p:nvPr/>
        </p:nvSpPr>
        <p:spPr>
          <a:xfrm>
            <a:off x="8000000" y="3900000"/>
            <a:ext cx="3300000" cy="13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25" name="Fondo wallet"/>
          <p:cNvSpPr/>
          <p:nvPr/>
        </p:nvSpPr>
        <p:spPr>
          <a:xfrm>
            <a:off x="8180000" y="4195000"/>
            <a:ext cx="760000" cy="76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27" name="wallet" descr="wallet"/>
          <p:cNvPicPr>
            <a:picLocks noChangeAspect="1"/>
          </p:cNvPicPr>
          <p:nvPr/>
        </p:nvPicPr>
        <p:blipFill>
          <a:blip r:embed="rIdPg26"/>
          <a:stretch>
            <a:fillRect/>
          </a:stretch>
        </p:blipFill>
        <p:spPr>
          <a:xfrm>
            <a:off x="8362400" y="4377400"/>
            <a:ext cx="395200" cy="395200"/>
          </a:xfrm>
          <a:prstGeom prst="rect">
            <a:avLst/>
          </a:prstGeom>
        </p:spPr>
      </p:pic>
      <p:sp>
        <p:nvSpPr>
          <p:cNvPr id="9028" name="Wallet propia"/>
          <p:cNvSpPr txBox="1"/>
          <p:nvPr/>
        </p:nvSpPr>
        <p:spPr>
          <a:xfrm>
            <a:off x="9120000" y="3900000"/>
            <a:ext cx="203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Wallet propia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300">
                <a:solidFill>
                  <a:srgbClr val="5A5A66"/>
                </a:solidFill>
                <a:latin typeface="Poppins"/>
                <a:cs typeface="Poppins"/>
              </a:rPr>
              <a:t>Prestar la tarjeta es darlo todo</a:t>
            </a: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16"/>
          <p:cNvSpPr txBox="1"/>
          <p:nvPr>
            <p:ph idx="2" type="body"/>
          </p:nvPr>
        </p:nvSpPr>
        <p:spPr>
          <a:xfrm>
            <a:off x="1516225" y="1614500"/>
            <a:ext cx="9155700" cy="29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/>
              <a:t>Pagar no debería necesitar internet.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17"/>
          <p:cNvSpPr txBox="1"/>
          <p:nvPr>
            <p:ph idx="1" type="body"/>
          </p:nvPr>
        </p:nvSpPr>
        <p:spPr>
          <a:xfrm>
            <a:off x="2295975" y="1614510"/>
            <a:ext cx="7591703" cy="2921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MY"/>
              <a:t>El agente propone. El gateway decide.</a:t>
            </a: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Paygent: un permiso de pago que se reparte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LA SOLUCIÓN</a:t>
            </a:r>
          </a:p>
        </p:txBody>
      </p:sp>
      <p:sp>
        <p:nvSpPr>
          <p:cNvPr id="9029" name="Raíz"/>
          <p:cNvSpPr/>
          <p:nvPr/>
        </p:nvSpPr>
        <p:spPr>
          <a:xfrm>
            <a:off x="3796000" y="1550000"/>
            <a:ext cx="4600000" cy="1000000"/>
          </a:xfrm>
          <a:prstGeom prst="roundRect">
            <a:avLst>
              <a:gd name="adj" fmla="val 18000"/>
            </a:avLst>
          </a:prstGeom>
          <a:solidFill>
            <a:srgbClr val="EEE6F5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30" name="Fondo signature"/>
          <p:cNvSpPr/>
          <p:nvPr/>
        </p:nvSpPr>
        <p:spPr>
          <a:xfrm>
            <a:off x="4006000" y="1700000"/>
            <a:ext cx="700000" cy="7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32" name="signature" descr="signature"/>
          <p:cNvPicPr>
            <a:picLocks noChangeAspect="1"/>
          </p:cNvPicPr>
          <p:nvPr/>
        </p:nvPicPr>
        <p:blipFill>
          <a:blip r:embed="rIdPg31"/>
          <a:stretch>
            <a:fillRect/>
          </a:stretch>
        </p:blipFill>
        <p:spPr>
          <a:xfrm>
            <a:off x="4174000" y="1868000"/>
            <a:ext cx="364000" cy="364000"/>
          </a:xfrm>
          <a:prstGeom prst="rect">
            <a:avLst/>
          </a:prstGeom>
        </p:spPr>
      </p:pic>
      <p:sp>
        <p:nvSpPr>
          <p:cNvPr id="9033" name="Raíz texto"/>
          <p:cNvSpPr txBox="1"/>
          <p:nvPr/>
        </p:nvSpPr>
        <p:spPr>
          <a:xfrm>
            <a:off x="4846000" y="1550000"/>
            <a:ext cx="345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900" b="1">
                <a:solidFill>
                  <a:srgbClr val="48156E"/>
                </a:solidFill>
                <a:latin typeface="Poppins"/>
                <a:cs typeface="Poppins"/>
              </a:rPr>
              <a:t>Juan firma una vez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50">
                <a:solidFill>
                  <a:srgbClr val="5A5A66"/>
                </a:solidFill>
                <a:latin typeface="Poppins"/>
                <a:cs typeface="Poppins"/>
              </a:rPr>
              <a:t>Un grant de Open Payments: $300 al mes</a:t>
            </a:r>
          </a:p>
        </p:txBody>
      </p:sp>
      <p:sp>
        <p:nvSpPr>
          <p:cNvPr id="9034" name="Línea"/>
          <p:cNvSpPr/>
          <p:nvPr/>
        </p:nvSpPr>
        <p:spPr>
          <a:xfrm>
            <a:off x="6076000" y="2550000"/>
            <a:ext cx="40000" cy="33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35" name="Línea"/>
          <p:cNvSpPr/>
          <p:nvPr/>
        </p:nvSpPr>
        <p:spPr>
          <a:xfrm>
            <a:off x="2396000" y="2860000"/>
            <a:ext cx="7400000" cy="4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36" name="Línea"/>
          <p:cNvSpPr/>
          <p:nvPr/>
        </p:nvSpPr>
        <p:spPr>
          <a:xfrm>
            <a:off x="2376000" y="2860000"/>
            <a:ext cx="40000" cy="30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37" name="Línea"/>
          <p:cNvSpPr/>
          <p:nvPr/>
        </p:nvSpPr>
        <p:spPr>
          <a:xfrm>
            <a:off x="6076000" y="2860000"/>
            <a:ext cx="40000" cy="30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38" name="Línea"/>
          <p:cNvSpPr/>
          <p:nvPr/>
        </p:nvSpPr>
        <p:spPr>
          <a:xfrm>
            <a:off x="9776000" y="2860000"/>
            <a:ext cx="40000" cy="300000"/>
          </a:xfrm>
          <a:prstGeom prst="rect">
            <a:avLst/>
          </a:prstGeom>
          <a:solidFill>
            <a:srgbClr val="C9C3D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39" name="Tarjeta Su mamá"/>
          <p:cNvSpPr/>
          <p:nvPr/>
        </p:nvSpPr>
        <p:spPr>
          <a:xfrm>
            <a:off x="696000" y="3150000"/>
            <a:ext cx="3400000" cy="11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40" name="Fondo user"/>
          <p:cNvSpPr/>
          <p:nvPr/>
        </p:nvSpPr>
        <p:spPr>
          <a:xfrm>
            <a:off x="876000" y="3400000"/>
            <a:ext cx="650000" cy="65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42" name="user" descr="user"/>
          <p:cNvPicPr>
            <a:picLocks noChangeAspect="1"/>
          </p:cNvPicPr>
          <p:nvPr/>
        </p:nvPicPr>
        <p:blipFill>
          <a:blip r:embed="rIdPg41"/>
          <a:stretch>
            <a:fillRect/>
          </a:stretch>
        </p:blipFill>
        <p:spPr>
          <a:xfrm>
            <a:off x="1032000" y="3556000"/>
            <a:ext cx="338000" cy="338000"/>
          </a:xfrm>
          <a:prstGeom prst="rect">
            <a:avLst/>
          </a:prstGeom>
        </p:spPr>
      </p:pic>
      <p:sp>
        <p:nvSpPr>
          <p:cNvPr id="9043" name="Su mamá"/>
          <p:cNvSpPr txBox="1"/>
          <p:nvPr/>
        </p:nvSpPr>
        <p:spPr>
          <a:xfrm>
            <a:off x="1706000" y="3150000"/>
            <a:ext cx="224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Su mamá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Mercado y farmacia · $150</a:t>
            </a:r>
          </a:p>
        </p:txBody>
      </p:sp>
      <p:sp>
        <p:nvSpPr>
          <p:cNvPr id="9044" name="Tarjeta Su celular"/>
          <p:cNvSpPr/>
          <p:nvPr/>
        </p:nvSpPr>
        <p:spPr>
          <a:xfrm>
            <a:off x="4396000" y="3150000"/>
            <a:ext cx="3400000" cy="11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45" name="Fondo smartphone"/>
          <p:cNvSpPr/>
          <p:nvPr/>
        </p:nvSpPr>
        <p:spPr>
          <a:xfrm>
            <a:off x="4576000" y="3400000"/>
            <a:ext cx="650000" cy="65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47" name="smartphone" descr="smartphone"/>
          <p:cNvPicPr>
            <a:picLocks noChangeAspect="1"/>
          </p:cNvPicPr>
          <p:nvPr/>
        </p:nvPicPr>
        <p:blipFill>
          <a:blip r:embed="rIdPg46"/>
          <a:stretch>
            <a:fillRect/>
          </a:stretch>
        </p:blipFill>
        <p:spPr>
          <a:xfrm>
            <a:off x="4732000" y="3556000"/>
            <a:ext cx="338000" cy="338000"/>
          </a:xfrm>
          <a:prstGeom prst="rect">
            <a:avLst/>
          </a:prstGeom>
        </p:spPr>
      </p:pic>
      <p:sp>
        <p:nvSpPr>
          <p:cNvPr id="9048" name="Su celular"/>
          <p:cNvSpPr txBox="1"/>
          <p:nvPr/>
        </p:nvSpPr>
        <p:spPr>
          <a:xfrm>
            <a:off x="5406000" y="3150000"/>
            <a:ext cx="224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Su celular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Paga sin señal · vale firmado</a:t>
            </a:r>
          </a:p>
        </p:txBody>
      </p:sp>
      <p:sp>
        <p:nvSpPr>
          <p:cNvPr id="9049" name="Tarjeta Un agente"/>
          <p:cNvSpPr/>
          <p:nvPr/>
        </p:nvSpPr>
        <p:spPr>
          <a:xfrm>
            <a:off x="8096000" y="3150000"/>
            <a:ext cx="3400000" cy="115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50" name="Fondo bot"/>
          <p:cNvSpPr/>
          <p:nvPr/>
        </p:nvSpPr>
        <p:spPr>
          <a:xfrm>
            <a:off x="8276000" y="3400000"/>
            <a:ext cx="650000" cy="65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52" name="bot" descr="bot"/>
          <p:cNvPicPr>
            <a:picLocks noChangeAspect="1"/>
          </p:cNvPicPr>
          <p:nvPr/>
        </p:nvPicPr>
        <p:blipFill>
          <a:blip r:embed="rIdPg51"/>
          <a:stretch>
            <a:fillRect/>
          </a:stretch>
        </p:blipFill>
        <p:spPr>
          <a:xfrm>
            <a:off x="8432000" y="3556000"/>
            <a:ext cx="338000" cy="338000"/>
          </a:xfrm>
          <a:prstGeom prst="rect">
            <a:avLst/>
          </a:prstGeom>
        </p:spPr>
      </p:pic>
      <p:sp>
        <p:nvSpPr>
          <p:cNvPr id="9053" name="Un agente"/>
          <p:cNvSpPr txBox="1"/>
          <p:nvPr/>
        </p:nvSpPr>
        <p:spPr>
          <a:xfrm>
            <a:off x="9106000" y="3150000"/>
            <a:ext cx="224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700" b="1">
                <a:solidFill>
                  <a:srgbClr val="48156E"/>
                </a:solidFill>
                <a:latin typeface="Poppins"/>
                <a:cs typeface="Poppins"/>
              </a:rPr>
              <a:t>Un agente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Compra por ella, por SMS</a:t>
            </a:r>
          </a:p>
        </p:txBody>
      </p:sp>
      <p:sp>
        <p:nvSpPr>
          <p:cNvPr id="9054" name="El gateway revisa cada pago: tope, categoría y PIN"/>
          <p:cNvSpPr/>
          <p:nvPr/>
        </p:nvSpPr>
        <p:spPr>
          <a:xfrm>
            <a:off x="950000" y="4650000"/>
            <a:ext cx="4850000" cy="720000"/>
          </a:xfrm>
          <a:prstGeom prst="roundRect">
            <a:avLst>
              <a:gd name="adj" fmla="val 50000"/>
            </a:avLst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55" name="Fondo shield-check"/>
          <p:cNvSpPr/>
          <p:nvPr/>
        </p:nvSpPr>
        <p:spPr>
          <a:xfrm>
            <a:off x="1070000" y="4750000"/>
            <a:ext cx="520000" cy="52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57" name="shield-check" descr="shield-check"/>
          <p:cNvPicPr>
            <a:picLocks noChangeAspect="1"/>
          </p:cNvPicPr>
          <p:nvPr/>
        </p:nvPicPr>
        <p:blipFill>
          <a:blip r:embed="rIdPg56"/>
          <a:stretch>
            <a:fillRect/>
          </a:stretch>
        </p:blipFill>
        <p:spPr>
          <a:xfrm>
            <a:off x="1194800" y="4874800"/>
            <a:ext cx="270400" cy="270400"/>
          </a:xfrm>
          <a:prstGeom prst="rect">
            <a:avLst/>
          </a:prstGeom>
        </p:spPr>
      </p:pic>
      <p:sp>
        <p:nvSpPr>
          <p:cNvPr id="9058" name="El gateway revisa cada pago: tope, categoría y PIN texto"/>
          <p:cNvSpPr txBox="1"/>
          <p:nvPr/>
        </p:nvSpPr>
        <p:spPr>
          <a:xfrm>
            <a:off x="1700000" y="4650000"/>
            <a:ext cx="40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50" b="1">
                <a:solidFill>
                  <a:srgbClr val="48156E"/>
                </a:solidFill>
                <a:latin typeface="Poppins"/>
                <a:cs typeface="Poppins"/>
              </a:rPr>
              <a:t>El gateway revisa cada pago: tope, categoría y PIN</a:t>
            </a:r>
          </a:p>
        </p:txBody>
      </p:sp>
      <p:sp>
        <p:nvSpPr>
          <p:cNvPr id="9059" name="El dinero va directo de Juan a la tienda"/>
          <p:cNvSpPr/>
          <p:nvPr/>
        </p:nvSpPr>
        <p:spPr>
          <a:xfrm>
            <a:off x="6400000" y="4650000"/>
            <a:ext cx="4850000" cy="720000"/>
          </a:xfrm>
          <a:prstGeom prst="roundRect">
            <a:avLst>
              <a:gd name="adj" fmla="val 50000"/>
            </a:avLst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60" name="Fondo send"/>
          <p:cNvSpPr/>
          <p:nvPr/>
        </p:nvSpPr>
        <p:spPr>
          <a:xfrm>
            <a:off x="6520000" y="4750000"/>
            <a:ext cx="520000" cy="52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62" name="send" descr="send"/>
          <p:cNvPicPr>
            <a:picLocks noChangeAspect="1"/>
          </p:cNvPicPr>
          <p:nvPr/>
        </p:nvPicPr>
        <p:blipFill>
          <a:blip r:embed="rIdPg61"/>
          <a:stretch>
            <a:fillRect/>
          </a:stretch>
        </p:blipFill>
        <p:spPr>
          <a:xfrm>
            <a:off x="6644800" y="4874800"/>
            <a:ext cx="270400" cy="270400"/>
          </a:xfrm>
          <a:prstGeom prst="rect">
            <a:avLst/>
          </a:prstGeom>
        </p:spPr>
      </p:pic>
      <p:sp>
        <p:nvSpPr>
          <p:cNvPr id="9063" name="El dinero va directo de Juan a la tienda texto"/>
          <p:cNvSpPr txBox="1"/>
          <p:nvPr/>
        </p:nvSpPr>
        <p:spPr>
          <a:xfrm>
            <a:off x="7150000" y="4650000"/>
            <a:ext cx="40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50" b="1">
                <a:solidFill>
                  <a:srgbClr val="48156E"/>
                </a:solidFill>
                <a:latin typeface="Poppins"/>
                <a:cs typeface="Poppins"/>
              </a:rPr>
              <a:t>El dinero va directo de Juan a la tienda</a:t>
            </a:r>
          </a:p>
        </p:txBody>
      </p:sp>
      <p:sp>
        <p:nvSpPr>
          <p:cNvPr id="9064" name="Flecha"/>
          <p:cNvSpPr/>
          <p:nvPr/>
        </p:nvSpPr>
        <p:spPr>
          <a:xfrm>
            <a:off x="5936000" y="4900000"/>
            <a:ext cx="32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19"/>
          <p:cNvSpPr txBox="1"/>
          <p:nvPr>
            <p:ph idx="1" type="body"/>
          </p:nvPr>
        </p:nvSpPr>
        <p:spPr>
          <a:xfrm>
            <a:off x="6505625" y="1814321"/>
            <a:ext cx="4946100" cy="22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MY"/>
              <a:t>DEMO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MY"/>
              <a:t>EN VIVO</a:t>
            </a:r>
            <a:endParaRPr/>
          </a:p>
        </p:txBody>
      </p:sp>
      <p:sp>
        <p:nvSpPr>
          <p:cNvPr id="9132" name="Enlaces"/>
          <p:cNvSpPr txBox="1"/>
          <p:nvPr/>
        </p:nvSpPr>
        <p:spPr>
          <a:xfrm>
            <a:off x="6550000" y="3850000"/>
            <a:ext cx="5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000" b="1">
                <a:solidFill>
                  <a:srgbClr val="FFFFFF"/>
                </a:solidFill>
                <a:latin typeface="Poppins"/>
                <a:cs typeface="Poppins"/>
              </a:rPr>
              <a:t>paygent.up.railway.app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500">
                <a:solidFill>
                  <a:srgbClr val="FFFFFF"/>
                </a:solidFill>
                <a:latin typeface="Poppins"/>
                <a:cs typeface="Poppins"/>
              </a:rPr>
              <a:t>github.com/luisseoanes/paygent</a:t>
            </a: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20"/>
          <p:cNvSpPr txBox="1"/>
          <p:nvPr>
            <p:ph idx="1" type="body"/>
          </p:nvPr>
        </p:nvSpPr>
        <p:spPr>
          <a:xfrm>
            <a:off x="6082625" y="1010298"/>
            <a:ext cx="5329200" cy="3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MY"/>
              <a:t>Un permiso. Muchas manos. Cualquier señal.</a:t>
            </a:r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La misma rama paga como pueda: con datos, sin señal o por SMS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ASÍ SE VE</a:t>
            </a:r>
          </a:p>
        </p:txBody>
      </p:sp>
      <p:sp>
        <p:nvSpPr>
          <p:cNvPr id="9065" name="Marco Con datos"/>
          <p:cNvSpPr/>
          <p:nvPr/>
        </p:nvSpPr>
        <p:spPr>
          <a:xfrm>
            <a:off x="1575112" y="1480000"/>
            <a:ext cx="1641777" cy="3390000"/>
          </a:xfrm>
          <a:prstGeom prst="roundRect">
            <a:avLst>
              <a:gd name="adj" fmla="val 13000"/>
            </a:avLst>
          </a:prstGeom>
          <a:solidFill>
            <a:srgbClr val="17171C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67" name="Con datos" descr="Con datos"/>
          <p:cNvPicPr>
            <a:picLocks noChangeAspect="1"/>
          </p:cNvPicPr>
          <p:nvPr/>
        </p:nvPicPr>
        <p:blipFill>
          <a:blip r:embed="rIdPg66"/>
          <a:stretch>
            <a:fillRect/>
          </a:stretch>
        </p:blipFill>
        <p:spPr>
          <a:xfrm>
            <a:off x="1645112" y="1550000"/>
            <a:ext cx="1501777" cy="3250000"/>
          </a:xfrm>
          <a:prstGeom prst="rect">
            <a:avLst/>
          </a:prstGeom>
        </p:spPr>
      </p:pic>
      <p:sp>
        <p:nvSpPr>
          <p:cNvPr id="9068" name="Con datos pie"/>
          <p:cNvSpPr txBox="1"/>
          <p:nvPr/>
        </p:nvSpPr>
        <p:spPr>
          <a:xfrm>
            <a:off x="796000" y="4950000"/>
            <a:ext cx="3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Con datos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Su saldo y sus formas de pagar</a:t>
            </a:r>
          </a:p>
        </p:txBody>
      </p:sp>
      <p:sp>
        <p:nvSpPr>
          <p:cNvPr id="9069" name="Marco Sin señal"/>
          <p:cNvSpPr/>
          <p:nvPr/>
        </p:nvSpPr>
        <p:spPr>
          <a:xfrm>
            <a:off x="5275112" y="1480000"/>
            <a:ext cx="1641777" cy="3390000"/>
          </a:xfrm>
          <a:prstGeom prst="roundRect">
            <a:avLst>
              <a:gd name="adj" fmla="val 13000"/>
            </a:avLst>
          </a:prstGeom>
          <a:solidFill>
            <a:srgbClr val="17171C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71" name="Sin señal" descr="Sin señal"/>
          <p:cNvPicPr>
            <a:picLocks noChangeAspect="1"/>
          </p:cNvPicPr>
          <p:nvPr/>
        </p:nvPicPr>
        <p:blipFill>
          <a:blip r:embed="rIdPg70"/>
          <a:stretch>
            <a:fillRect/>
          </a:stretch>
        </p:blipFill>
        <p:spPr>
          <a:xfrm>
            <a:off x="5345112" y="1550000"/>
            <a:ext cx="1501777" cy="3250000"/>
          </a:xfrm>
          <a:prstGeom prst="rect">
            <a:avLst/>
          </a:prstGeom>
        </p:spPr>
      </p:pic>
      <p:sp>
        <p:nvSpPr>
          <p:cNvPr id="9072" name="Sin señal pie"/>
          <p:cNvSpPr txBox="1"/>
          <p:nvPr/>
        </p:nvSpPr>
        <p:spPr>
          <a:xfrm>
            <a:off x="4496000" y="4950000"/>
            <a:ext cx="3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Sin señal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Vale QR firmado, se verifica offline</a:t>
            </a:r>
          </a:p>
        </p:txBody>
      </p:sp>
      <p:sp>
        <p:nvSpPr>
          <p:cNvPr id="9073" name="Marco Por SMS"/>
          <p:cNvSpPr/>
          <p:nvPr/>
        </p:nvSpPr>
        <p:spPr>
          <a:xfrm>
            <a:off x="8975112" y="1480000"/>
            <a:ext cx="1641777" cy="3390000"/>
          </a:xfrm>
          <a:prstGeom prst="roundRect">
            <a:avLst>
              <a:gd name="adj" fmla="val 13000"/>
            </a:avLst>
          </a:prstGeom>
          <a:solidFill>
            <a:srgbClr val="17171C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75" name="Por SMS" descr="Por SMS"/>
          <p:cNvPicPr>
            <a:picLocks noChangeAspect="1"/>
          </p:cNvPicPr>
          <p:nvPr/>
        </p:nvPicPr>
        <p:blipFill>
          <a:blip r:embed="rIdPg74"/>
          <a:stretch>
            <a:fillRect/>
          </a:stretch>
        </p:blipFill>
        <p:spPr>
          <a:xfrm>
            <a:off x="9045112" y="1550000"/>
            <a:ext cx="1501777" cy="3250000"/>
          </a:xfrm>
          <a:prstGeom prst="rect">
            <a:avLst/>
          </a:prstGeom>
        </p:spPr>
      </p:pic>
      <p:sp>
        <p:nvSpPr>
          <p:cNvPr id="9076" name="Por SMS pie"/>
          <p:cNvSpPr txBox="1"/>
          <p:nvPr/>
        </p:nvSpPr>
        <p:spPr>
          <a:xfrm>
            <a:off x="8196000" y="4950000"/>
            <a:ext cx="3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800" b="1">
                <a:solidFill>
                  <a:srgbClr val="48156E"/>
                </a:solidFill>
                <a:latin typeface="Poppins"/>
                <a:cs typeface="Poppins"/>
              </a:rPr>
              <a:t>Por SMS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200">
                <a:solidFill>
                  <a:srgbClr val="5A5A66"/>
                </a:solidFill>
                <a:latin typeface="Poppins"/>
                <a:cs typeface="Poppins"/>
              </a:rPr>
              <a:t>Le escribe a su agente y confirma con PIN</a:t>
            </a: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Valor para quien paga, quien recibe y quien vende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POR QUÉ ES IMPORTANTE</a:t>
            </a:r>
          </a:p>
        </p:txBody>
      </p:sp>
      <p:sp>
        <p:nvSpPr>
          <p:cNvPr id="9077" name="Tarjeta Llega a la vereda"/>
          <p:cNvSpPr/>
          <p:nvPr/>
        </p:nvSpPr>
        <p:spPr>
          <a:xfrm>
            <a:off x="900000" y="1650000"/>
            <a:ext cx="5050000" cy="17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78" name="Fondo map-pin"/>
          <p:cNvSpPr/>
          <p:nvPr/>
        </p:nvSpPr>
        <p:spPr>
          <a:xfrm>
            <a:off x="1080000" y="2025000"/>
            <a:ext cx="950000" cy="95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80" name="map-pin" descr="map-pin"/>
          <p:cNvPicPr>
            <a:picLocks noChangeAspect="1"/>
          </p:cNvPicPr>
          <p:nvPr/>
        </p:nvPicPr>
        <p:blipFill>
          <a:blip r:embed="rIdPg79"/>
          <a:stretch>
            <a:fillRect/>
          </a:stretch>
        </p:blipFill>
        <p:spPr>
          <a:xfrm>
            <a:off x="1308000" y="2253000"/>
            <a:ext cx="494000" cy="494000"/>
          </a:xfrm>
          <a:prstGeom prst="rect">
            <a:avLst/>
          </a:prstGeom>
        </p:spPr>
      </p:pic>
      <p:sp>
        <p:nvSpPr>
          <p:cNvPr id="9081" name="Llega a la vereda"/>
          <p:cNvSpPr txBox="1"/>
          <p:nvPr/>
        </p:nvSpPr>
        <p:spPr>
          <a:xfrm>
            <a:off x="2210000" y="1650000"/>
            <a:ext cx="359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000" b="1">
                <a:solidFill>
                  <a:srgbClr val="48156E"/>
                </a:solidFill>
                <a:latin typeface="Poppins"/>
                <a:cs typeface="Poppins"/>
              </a:rPr>
              <a:t>Llega a la vereda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Paga con datos, sin señal o desde un celular de teclas</a:t>
            </a:r>
          </a:p>
        </p:txBody>
      </p:sp>
      <p:sp>
        <p:nvSpPr>
          <p:cNvPr id="9082" name="Tarjeta Quien paga tiene el control"/>
          <p:cNvSpPr/>
          <p:nvPr/>
        </p:nvSpPr>
        <p:spPr>
          <a:xfrm>
            <a:off x="6200000" y="1650000"/>
            <a:ext cx="5050000" cy="17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83" name="Fondo sliders-horizontal"/>
          <p:cNvSpPr/>
          <p:nvPr/>
        </p:nvSpPr>
        <p:spPr>
          <a:xfrm>
            <a:off x="6380000" y="2025000"/>
            <a:ext cx="950000" cy="95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85" name="sliders-horizontal" descr="sliders-horizontal"/>
          <p:cNvPicPr>
            <a:picLocks noChangeAspect="1"/>
          </p:cNvPicPr>
          <p:nvPr/>
        </p:nvPicPr>
        <p:blipFill>
          <a:blip r:embed="rIdPg84"/>
          <a:stretch>
            <a:fillRect/>
          </a:stretch>
        </p:blipFill>
        <p:spPr>
          <a:xfrm>
            <a:off x="6608000" y="2253000"/>
            <a:ext cx="494000" cy="494000"/>
          </a:xfrm>
          <a:prstGeom prst="rect">
            <a:avLst/>
          </a:prstGeom>
        </p:spPr>
      </p:pic>
      <p:sp>
        <p:nvSpPr>
          <p:cNvPr id="9086" name="Quien paga tiene el control"/>
          <p:cNvSpPr txBox="1"/>
          <p:nvPr/>
        </p:nvSpPr>
        <p:spPr>
          <a:xfrm>
            <a:off x="7510000" y="1650000"/>
            <a:ext cx="359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000" b="1">
                <a:solidFill>
                  <a:srgbClr val="48156E"/>
                </a:solidFill>
                <a:latin typeface="Poppins"/>
                <a:cs typeface="Poppins"/>
              </a:rPr>
              <a:t>Quien paga tiene el control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Topes, categorías y revocar cualquier rama al instante</a:t>
            </a:r>
          </a:p>
        </p:txBody>
      </p:sp>
      <p:sp>
        <p:nvSpPr>
          <p:cNvPr id="9087" name="Tarjeta Nadie guarda el dinero"/>
          <p:cNvSpPr/>
          <p:nvPr/>
        </p:nvSpPr>
        <p:spPr>
          <a:xfrm>
            <a:off x="900000" y="3650000"/>
            <a:ext cx="5050000" cy="17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88" name="Fondo lock"/>
          <p:cNvSpPr/>
          <p:nvPr/>
        </p:nvSpPr>
        <p:spPr>
          <a:xfrm>
            <a:off x="1080000" y="4025000"/>
            <a:ext cx="950000" cy="95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90" name="lock" descr="lock"/>
          <p:cNvPicPr>
            <a:picLocks noChangeAspect="1"/>
          </p:cNvPicPr>
          <p:nvPr/>
        </p:nvPicPr>
        <p:blipFill>
          <a:blip r:embed="rIdPg89"/>
          <a:stretch>
            <a:fillRect/>
          </a:stretch>
        </p:blipFill>
        <p:spPr>
          <a:xfrm>
            <a:off x="1308000" y="4253000"/>
            <a:ext cx="494000" cy="494000"/>
          </a:xfrm>
          <a:prstGeom prst="rect">
            <a:avLst/>
          </a:prstGeom>
        </p:spPr>
      </p:pic>
      <p:sp>
        <p:nvSpPr>
          <p:cNvPr id="9091" name="Nadie guarda el dinero"/>
          <p:cNvSpPr txBox="1"/>
          <p:nvPr/>
        </p:nvSpPr>
        <p:spPr>
          <a:xfrm>
            <a:off x="2210000" y="3650000"/>
            <a:ext cx="359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000" b="1">
                <a:solidFill>
                  <a:srgbClr val="48156E"/>
                </a:solidFill>
                <a:latin typeface="Poppins"/>
                <a:cs typeface="Poppins"/>
              </a:rPr>
              <a:t>Nadie guarda el dinero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Cada pago va directo de la wallet de Juan a la tienda</a:t>
            </a:r>
          </a:p>
        </p:txBody>
      </p:sp>
      <p:sp>
        <p:nvSpPr>
          <p:cNvPr id="9092" name="Tarjeta IA con límites"/>
          <p:cNvSpPr/>
          <p:nvPr/>
        </p:nvSpPr>
        <p:spPr>
          <a:xfrm>
            <a:off x="6200000" y="3650000"/>
            <a:ext cx="5050000" cy="17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093" name="Fondo bot"/>
          <p:cNvSpPr/>
          <p:nvPr/>
        </p:nvSpPr>
        <p:spPr>
          <a:xfrm>
            <a:off x="6380000" y="4025000"/>
            <a:ext cx="950000" cy="950000"/>
          </a:xfrm>
          <a:prstGeom prst="ellipse">
            <a:avLst/>
          </a:prstGeom>
          <a:solidFill>
            <a:srgbClr val="FFF0D9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095" name="bot" descr="bot"/>
          <p:cNvPicPr>
            <a:picLocks noChangeAspect="1"/>
          </p:cNvPicPr>
          <p:nvPr/>
        </p:nvPicPr>
        <p:blipFill>
          <a:blip r:embed="rIdPg94"/>
          <a:stretch>
            <a:fillRect/>
          </a:stretch>
        </p:blipFill>
        <p:spPr>
          <a:xfrm>
            <a:off x="6608000" y="4253000"/>
            <a:ext cx="494000" cy="494000"/>
          </a:xfrm>
          <a:prstGeom prst="rect">
            <a:avLst/>
          </a:prstGeom>
        </p:spPr>
      </p:pic>
      <p:sp>
        <p:nvSpPr>
          <p:cNvPr id="9096" name="IA con límites"/>
          <p:cNvSpPr txBox="1"/>
          <p:nvPr/>
        </p:nvSpPr>
        <p:spPr>
          <a:xfrm>
            <a:off x="7510000" y="3650000"/>
            <a:ext cx="359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2000" b="1">
                <a:solidFill>
                  <a:srgbClr val="48156E"/>
                </a:solidFill>
                <a:latin typeface="Poppins"/>
                <a:cs typeface="Poppins"/>
              </a:rPr>
              <a:t>IA con límites</a:t>
            </a:r>
          </a:p>
          <a:p>
            <a:pPr algn="l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El agente compra por ella, solo dentro de su rama</a:t>
            </a: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Un permiso una vez; después, cada pago es real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CÓMO USAMOS OPEN PAYMENTS</a:t>
            </a:r>
          </a:p>
        </p:txBody>
      </p:sp>
      <p:sp>
        <p:nvSpPr>
          <p:cNvPr id="9097" name="UNA VEZ"/>
          <p:cNvSpPr txBox="1"/>
          <p:nvPr/>
        </p:nvSpPr>
        <p:spPr>
          <a:xfrm>
            <a:off x="450000" y="1780000"/>
            <a:ext cx="1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00" b="1">
                <a:solidFill>
                  <a:srgbClr val="48156E"/>
                </a:solidFill>
                <a:latin typeface="Poppins"/>
                <a:cs typeface="Poppins"/>
              </a:rPr>
              <a:t>UNA VEZ</a:t>
            </a:r>
          </a:p>
        </p:txBody>
      </p:sp>
      <p:sp>
        <p:nvSpPr>
          <p:cNvPr id="9098" name="Fondo file-key"/>
          <p:cNvSpPr/>
          <p:nvPr/>
        </p:nvSpPr>
        <p:spPr>
          <a:xfrm>
            <a:off x="3142000" y="1550000"/>
            <a:ext cx="780000" cy="7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00" name="file-key" descr="file-key"/>
          <p:cNvPicPr>
            <a:picLocks noChangeAspect="1"/>
          </p:cNvPicPr>
          <p:nvPr/>
        </p:nvPicPr>
        <p:blipFill>
          <a:blip r:embed="rIdPg99"/>
          <a:stretch>
            <a:fillRect/>
          </a:stretch>
        </p:blipFill>
        <p:spPr>
          <a:xfrm>
            <a:off x="3329200" y="1737200"/>
            <a:ext cx="405600" cy="405600"/>
          </a:xfrm>
          <a:prstGeom prst="rect">
            <a:avLst/>
          </a:prstGeom>
        </p:spPr>
      </p:pic>
      <p:sp>
        <p:nvSpPr>
          <p:cNvPr id="9101" name="Grant GNAP"/>
          <p:cNvSpPr txBox="1"/>
          <p:nvPr/>
        </p:nvSpPr>
        <p:spPr>
          <a:xfrm>
            <a:off x="2125000" y="2530000"/>
            <a:ext cx="281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Grant GNAP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debitAmount + interval</a:t>
            </a:r>
          </a:p>
        </p:txBody>
      </p:sp>
      <p:sp>
        <p:nvSpPr>
          <p:cNvPr id="9102" name="Flecha"/>
          <p:cNvSpPr/>
          <p:nvPr/>
        </p:nvSpPr>
        <p:spPr>
          <a:xfrm>
            <a:off x="4974000" y="183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03" name="Fondo user-check"/>
          <p:cNvSpPr/>
          <p:nvPr/>
        </p:nvSpPr>
        <p:spPr>
          <a:xfrm>
            <a:off x="6406000" y="1550000"/>
            <a:ext cx="780000" cy="7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05" name="user-check" descr="user-check"/>
          <p:cNvPicPr>
            <a:picLocks noChangeAspect="1"/>
          </p:cNvPicPr>
          <p:nvPr/>
        </p:nvPicPr>
        <p:blipFill>
          <a:blip r:embed="rIdPg104"/>
          <a:stretch>
            <a:fillRect/>
          </a:stretch>
        </p:blipFill>
        <p:spPr>
          <a:xfrm>
            <a:off x="6593200" y="1737200"/>
            <a:ext cx="405600" cy="405600"/>
          </a:xfrm>
          <a:prstGeom prst="rect">
            <a:avLst/>
          </a:prstGeom>
        </p:spPr>
      </p:pic>
      <p:sp>
        <p:nvSpPr>
          <p:cNvPr id="9106" name="Aprueba en su wallet"/>
          <p:cNvSpPr txBox="1"/>
          <p:nvPr/>
        </p:nvSpPr>
        <p:spPr>
          <a:xfrm>
            <a:off x="5389000" y="2530000"/>
            <a:ext cx="281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Aprueba en su wallet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consentimiento interactivo</a:t>
            </a:r>
          </a:p>
        </p:txBody>
      </p:sp>
      <p:sp>
        <p:nvSpPr>
          <p:cNvPr id="9107" name="Flecha"/>
          <p:cNvSpPr/>
          <p:nvPr/>
        </p:nvSpPr>
        <p:spPr>
          <a:xfrm>
            <a:off x="8238000" y="183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08" name="Fondo key-round"/>
          <p:cNvSpPr/>
          <p:nvPr/>
        </p:nvSpPr>
        <p:spPr>
          <a:xfrm>
            <a:off x="9670000" y="1550000"/>
            <a:ext cx="780000" cy="78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10" name="key-round" descr="key-round"/>
          <p:cNvPicPr>
            <a:picLocks noChangeAspect="1"/>
          </p:cNvPicPr>
          <p:nvPr/>
        </p:nvPicPr>
        <p:blipFill>
          <a:blip r:embed="rIdPg109"/>
          <a:stretch>
            <a:fillRect/>
          </a:stretch>
        </p:blipFill>
        <p:spPr>
          <a:xfrm>
            <a:off x="9857200" y="1737200"/>
            <a:ext cx="405600" cy="405600"/>
          </a:xfrm>
          <a:prstGeom prst="rect">
            <a:avLst/>
          </a:prstGeom>
        </p:spPr>
      </p:pic>
      <p:sp>
        <p:nvSpPr>
          <p:cNvPr id="9111" name="Mandato raíz"/>
          <p:cNvSpPr txBox="1"/>
          <p:nvPr/>
        </p:nvSpPr>
        <p:spPr>
          <a:xfrm>
            <a:off x="8653000" y="2530000"/>
            <a:ext cx="281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Mandato raíz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token con el tope</a:t>
            </a:r>
          </a:p>
        </p:txBody>
      </p:sp>
      <p:sp>
        <p:nvSpPr>
          <p:cNvPr id="9112" name="CADA PAGO"/>
          <p:cNvSpPr txBox="1"/>
          <p:nvPr/>
        </p:nvSpPr>
        <p:spPr>
          <a:xfrm>
            <a:off x="450000" y="3830000"/>
            <a:ext cx="1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l">
              <a:spcBef>
                <a:spcPts val="300"/>
              </a:spcBef>
              <a:buNone/>
            </a:pPr>
            <a:r>
              <a:rPr lang="es-CO" sz="1300" b="1">
                <a:solidFill>
                  <a:srgbClr val="48156E"/>
                </a:solidFill>
                <a:latin typeface="Poppins"/>
                <a:cs typeface="Poppins"/>
              </a:rPr>
              <a:t>CADA PAGO</a:t>
            </a:r>
          </a:p>
        </p:txBody>
      </p:sp>
      <p:sp>
        <p:nvSpPr>
          <p:cNvPr id="9113" name="Fondo inbox"/>
          <p:cNvSpPr/>
          <p:nvPr/>
        </p:nvSpPr>
        <p:spPr>
          <a:xfrm>
            <a:off x="2734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15" name="inbox" descr="inbox"/>
          <p:cNvPicPr>
            <a:picLocks noChangeAspect="1"/>
          </p:cNvPicPr>
          <p:nvPr/>
        </p:nvPicPr>
        <p:blipFill>
          <a:blip r:embed="rIdPg114"/>
          <a:stretch>
            <a:fillRect/>
          </a:stretch>
        </p:blipFill>
        <p:spPr>
          <a:xfrm>
            <a:off x="2921200" y="3787200"/>
            <a:ext cx="405600" cy="405600"/>
          </a:xfrm>
          <a:prstGeom prst="rect">
            <a:avLst/>
          </a:prstGeom>
        </p:spPr>
      </p:pic>
      <p:sp>
        <p:nvSpPr>
          <p:cNvPr id="9116" name="Incoming"/>
          <p:cNvSpPr txBox="1"/>
          <p:nvPr/>
        </p:nvSpPr>
        <p:spPr>
          <a:xfrm>
            <a:off x="2125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Incoming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en la wallet de la tienda</a:t>
            </a:r>
          </a:p>
        </p:txBody>
      </p:sp>
      <p:sp>
        <p:nvSpPr>
          <p:cNvPr id="9117" name="Flecha"/>
          <p:cNvSpPr/>
          <p:nvPr/>
        </p:nvSpPr>
        <p:spPr>
          <a:xfrm>
            <a:off x="4158000" y="388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18" name="Fondo calculator"/>
          <p:cNvSpPr/>
          <p:nvPr/>
        </p:nvSpPr>
        <p:spPr>
          <a:xfrm>
            <a:off x="5182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20" name="calculator" descr="calculator"/>
          <p:cNvPicPr>
            <a:picLocks noChangeAspect="1"/>
          </p:cNvPicPr>
          <p:nvPr/>
        </p:nvPicPr>
        <p:blipFill>
          <a:blip r:embed="rIdPg119"/>
          <a:stretch>
            <a:fillRect/>
          </a:stretch>
        </p:blipFill>
        <p:spPr>
          <a:xfrm>
            <a:off x="5369200" y="3787200"/>
            <a:ext cx="405600" cy="405600"/>
          </a:xfrm>
          <a:prstGeom prst="rect">
            <a:avLst/>
          </a:prstGeom>
        </p:spPr>
      </p:pic>
      <p:sp>
        <p:nvSpPr>
          <p:cNvPr id="9121" name="Quote"/>
          <p:cNvSpPr txBox="1"/>
          <p:nvPr/>
        </p:nvSpPr>
        <p:spPr>
          <a:xfrm>
            <a:off x="4573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Quote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el débito real</a:t>
            </a:r>
          </a:p>
        </p:txBody>
      </p:sp>
      <p:sp>
        <p:nvSpPr>
          <p:cNvPr id="9122" name="Flecha"/>
          <p:cNvSpPr/>
          <p:nvPr/>
        </p:nvSpPr>
        <p:spPr>
          <a:xfrm>
            <a:off x="6606000" y="388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23" name="Fondo send"/>
          <p:cNvSpPr/>
          <p:nvPr/>
        </p:nvSpPr>
        <p:spPr>
          <a:xfrm>
            <a:off x="7630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25" name="send" descr="send"/>
          <p:cNvPicPr>
            <a:picLocks noChangeAspect="1"/>
          </p:cNvPicPr>
          <p:nvPr/>
        </p:nvPicPr>
        <p:blipFill>
          <a:blip r:embed="rIdPg124"/>
          <a:stretch>
            <a:fillRect/>
          </a:stretch>
        </p:blipFill>
        <p:spPr>
          <a:xfrm>
            <a:off x="7817200" y="3787200"/>
            <a:ext cx="405600" cy="405600"/>
          </a:xfrm>
          <a:prstGeom prst="rect">
            <a:avLst/>
          </a:prstGeom>
        </p:spPr>
      </p:pic>
      <p:sp>
        <p:nvSpPr>
          <p:cNvPr id="9126" name="Outgoing"/>
          <p:cNvSpPr txBox="1"/>
          <p:nvPr/>
        </p:nvSpPr>
        <p:spPr>
          <a:xfrm>
            <a:off x="7021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Outgoing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con el token del titular</a:t>
            </a:r>
          </a:p>
        </p:txBody>
      </p:sp>
      <p:sp>
        <p:nvSpPr>
          <p:cNvPr id="9127" name="Flecha"/>
          <p:cNvSpPr/>
          <p:nvPr/>
        </p:nvSpPr>
        <p:spPr>
          <a:xfrm>
            <a:off x="9054000" y="3880000"/>
            <a:ext cx="380000" cy="220000"/>
          </a:xfrm>
          <a:prstGeom prst="rightArrow">
            <a:avLst/>
          </a:prstGeom>
          <a:solidFill>
            <a:srgbClr val="6F7BEF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28" name="Fondo check-check"/>
          <p:cNvSpPr/>
          <p:nvPr/>
        </p:nvSpPr>
        <p:spPr>
          <a:xfrm>
            <a:off x="10078000" y="3600000"/>
            <a:ext cx="780000" cy="78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30" name="check-check" descr="check-check"/>
          <p:cNvPicPr>
            <a:picLocks noChangeAspect="1"/>
          </p:cNvPicPr>
          <p:nvPr/>
        </p:nvPicPr>
        <p:blipFill>
          <a:blip r:embed="rIdPg129"/>
          <a:stretch>
            <a:fillRect/>
          </a:stretch>
        </p:blipFill>
        <p:spPr>
          <a:xfrm>
            <a:off x="10265200" y="3787200"/>
            <a:ext cx="405600" cy="405600"/>
          </a:xfrm>
          <a:prstGeom prst="rect">
            <a:avLst/>
          </a:prstGeom>
        </p:spPr>
      </p:pic>
      <p:sp>
        <p:nvSpPr>
          <p:cNvPr id="9131" name="Llegó"/>
          <p:cNvSpPr txBox="1"/>
          <p:nvPr/>
        </p:nvSpPr>
        <p:spPr>
          <a:xfrm>
            <a:off x="9469000" y="4580000"/>
            <a:ext cx="1998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1500" b="1">
                <a:solidFill>
                  <a:srgbClr val="48156E"/>
                </a:solidFill>
                <a:latin typeface="Poppins"/>
                <a:cs typeface="Poppins"/>
              </a:rPr>
              <a:t>Llegó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100">
                <a:solidFill>
                  <a:srgbClr val="5A5A66"/>
                </a:solidFill>
                <a:latin typeface="Poppins"/>
                <a:cs typeface="Poppins"/>
              </a:rPr>
              <a:t>y queda en la libreta</a:t>
            </a: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8"/>
          <p:cNvSpPr txBox="1"/>
          <p:nvPr>
            <p:ph idx="1" type="body"/>
          </p:nvPr>
        </p:nvSpPr>
        <p:spPr>
          <a:xfrm>
            <a:off x="271253" y="833140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</a:pPr>
            <a:r>
              <a:rPr lang="en-MY"/>
              <a:t>Lo que demostramos con dinero real en la red de Interledger</a:t>
            </a:r>
          </a:p>
        </p:txBody>
      </p:sp>
      <p:sp>
        <p:nvSpPr>
          <p:cNvPr id="685" name="Google Shape;685;p18"/>
          <p:cNvSpPr txBox="1"/>
          <p:nvPr>
            <p:ph idx="2" type="body"/>
          </p:nvPr>
        </p:nvSpPr>
        <p:spPr>
          <a:xfrm>
            <a:off x="271254" y="558655"/>
            <a:ext cx="9105300" cy="3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MY"/>
              <a:t>CONCLUSIONES CLAVE</a:t>
            </a:r>
          </a:p>
        </p:txBody>
      </p:sp>
      <p:sp>
        <p:nvSpPr>
          <p:cNvPr id="9133" name="Tarjeta Delegar es seguro"/>
          <p:cNvSpPr/>
          <p:nvPr/>
        </p:nvSpPr>
        <p:spPr>
          <a:xfrm>
            <a:off x="900000" y="1750000"/>
            <a:ext cx="3300000" cy="32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34" name="Fondo split"/>
          <p:cNvSpPr/>
          <p:nvPr/>
        </p:nvSpPr>
        <p:spPr>
          <a:xfrm>
            <a:off x="2000000" y="1950000"/>
            <a:ext cx="1100000" cy="1100000"/>
          </a:xfrm>
          <a:prstGeom prst="ellipse">
            <a:avLst/>
          </a:prstGeom>
          <a:solidFill>
            <a:srgbClr val="EEE6F5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36" name="split" descr="split"/>
          <p:cNvPicPr>
            <a:picLocks noChangeAspect="1"/>
          </p:cNvPicPr>
          <p:nvPr/>
        </p:nvPicPr>
        <p:blipFill>
          <a:blip r:embed="rIdPg135"/>
          <a:stretch>
            <a:fillRect/>
          </a:stretch>
        </p:blipFill>
        <p:spPr>
          <a:xfrm>
            <a:off x="2264000" y="2214000"/>
            <a:ext cx="572000" cy="572000"/>
          </a:xfrm>
          <a:prstGeom prst="rect">
            <a:avLst/>
          </a:prstGeom>
        </p:spPr>
      </p:pic>
      <p:sp>
        <p:nvSpPr>
          <p:cNvPr id="9137" name="Delegar es seguro"/>
          <p:cNvSpPr txBox="1"/>
          <p:nvPr/>
        </p:nvSpPr>
        <p:spPr>
          <a:xfrm>
            <a:off x="1100000" y="3250000"/>
            <a:ext cx="2900000" cy="16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2000" b="1">
                <a:solidFill>
                  <a:srgbClr val="48156E"/>
                </a:solidFill>
                <a:latin typeface="Poppins"/>
                <a:cs typeface="Poppins"/>
              </a:rPr>
              <a:t>Delegar es seguro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Un grant se reparte en ramas sin entregar las llaves</a:t>
            </a:r>
          </a:p>
        </p:txBody>
      </p:sp>
      <p:sp>
        <p:nvSpPr>
          <p:cNvPr id="9138" name="Tarjeta La firma viaja sin red"/>
          <p:cNvSpPr/>
          <p:nvPr/>
        </p:nvSpPr>
        <p:spPr>
          <a:xfrm>
            <a:off x="4450000" y="1750000"/>
            <a:ext cx="3300000" cy="32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39" name="Fondo wifi-off"/>
          <p:cNvSpPr/>
          <p:nvPr/>
        </p:nvSpPr>
        <p:spPr>
          <a:xfrm>
            <a:off x="5550000" y="1950000"/>
            <a:ext cx="1100000" cy="110000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41" name="wifi-off" descr="wifi-off"/>
          <p:cNvPicPr>
            <a:picLocks noChangeAspect="1"/>
          </p:cNvPicPr>
          <p:nvPr/>
        </p:nvPicPr>
        <p:blipFill>
          <a:blip r:embed="rIdPg140"/>
          <a:stretch>
            <a:fillRect/>
          </a:stretch>
        </p:blipFill>
        <p:spPr>
          <a:xfrm>
            <a:off x="5814000" y="2214000"/>
            <a:ext cx="572000" cy="572000"/>
          </a:xfrm>
          <a:prstGeom prst="rect">
            <a:avLst/>
          </a:prstGeom>
        </p:spPr>
      </p:pic>
      <p:sp>
        <p:nvSpPr>
          <p:cNvPr id="9142" name="La firma viaja sin red"/>
          <p:cNvSpPr txBox="1"/>
          <p:nvPr/>
        </p:nvSpPr>
        <p:spPr>
          <a:xfrm>
            <a:off x="4650000" y="3250000"/>
            <a:ext cx="2900000" cy="16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2000" b="1">
                <a:solidFill>
                  <a:srgbClr val="48156E"/>
                </a:solidFill>
                <a:latin typeface="Poppins"/>
                <a:cs typeface="Poppins"/>
              </a:rPr>
              <a:t>La firma viaja sin red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Un vale firmado se verifica offline y se cobra al volver la señal</a:t>
            </a:r>
          </a:p>
        </p:txBody>
      </p:sp>
      <p:sp>
        <p:nvSpPr>
          <p:cNvPr id="9143" name="Tarjeta IA con reglas"/>
          <p:cNvSpPr/>
          <p:nvPr/>
        </p:nvSpPr>
        <p:spPr>
          <a:xfrm>
            <a:off x="8000000" y="1750000"/>
            <a:ext cx="3300000" cy="32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228600" dist="38100" dir="5400000" algn="t" rotWithShape="0">
              <a:srgbClr val="2A1240">
                <a:alpha val="16000"/>
              </a:srgbClr>
            </a:outerShdw>
          </a:effectLst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sp>
        <p:nvSpPr>
          <p:cNvPr id="9144" name="Fondo bot"/>
          <p:cNvSpPr/>
          <p:nvPr/>
        </p:nvSpPr>
        <p:spPr>
          <a:xfrm>
            <a:off x="9100000" y="1950000"/>
            <a:ext cx="1100000" cy="1100000"/>
          </a:xfrm>
          <a:prstGeom prst="ellipse">
            <a:avLst/>
          </a:prstGeom>
          <a:solidFill>
            <a:srgbClr val="ECEEFE"/>
          </a:solidFill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endParaRPr lang="es-CO"/>
          </a:p>
        </p:txBody>
      </p:sp>
      <p:pic>
        <p:nvPicPr>
          <p:cNvPr id="9146" name="bot" descr="bot"/>
          <p:cNvPicPr>
            <a:picLocks noChangeAspect="1"/>
          </p:cNvPicPr>
          <p:nvPr/>
        </p:nvPicPr>
        <p:blipFill>
          <a:blip r:embed="rIdPg145"/>
          <a:stretch>
            <a:fillRect/>
          </a:stretch>
        </p:blipFill>
        <p:spPr>
          <a:xfrm>
            <a:off x="9364000" y="2214000"/>
            <a:ext cx="572000" cy="572000"/>
          </a:xfrm>
          <a:prstGeom prst="rect">
            <a:avLst/>
          </a:prstGeom>
        </p:spPr>
      </p:pic>
      <p:sp>
        <p:nvSpPr>
          <p:cNvPr id="9147" name="IA con reglas"/>
          <p:cNvSpPr txBox="1"/>
          <p:nvPr/>
        </p:nvSpPr>
        <p:spPr>
          <a:xfrm>
            <a:off x="8200000" y="3250000"/>
            <a:ext cx="2900000" cy="165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t">
            <a:noAutofit/>
          </a:bodyPr>
          <a:lstStyle/>
          <a:p>
            <a:pPr algn="ctr">
              <a:spcBef>
                <a:spcPts val="300"/>
              </a:spcBef>
              <a:buNone/>
            </a:pPr>
            <a:r>
              <a:rPr lang="es-CO" sz="2000" b="1">
                <a:solidFill>
                  <a:srgbClr val="48156E"/>
                </a:solidFill>
                <a:latin typeface="Poppins"/>
                <a:cs typeface="Poppins"/>
              </a:rPr>
              <a:t>IA con reglas</a:t>
            </a:r>
          </a:p>
          <a:p>
            <a:pPr algn="ctr">
              <a:spcBef>
                <a:spcPts val="300"/>
              </a:spcBef>
              <a:buNone/>
            </a:pPr>
            <a:r>
              <a:rPr lang="es-CO" sz="1400">
                <a:solidFill>
                  <a:srgbClr val="5A5A66"/>
                </a:solidFill>
                <a:latin typeface="Poppins"/>
                <a:cs typeface="Poppins"/>
              </a:rPr>
              <a:t>El agente paga solo dentro de su rama; el gateway decide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ustom 616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48156E"/>
      </a:accent1>
      <a:accent2>
        <a:srgbClr val="FFB259"/>
      </a:accent2>
      <a:accent3>
        <a:srgbClr val="959FF9"/>
      </a:accent3>
      <a:accent4>
        <a:srgbClr val="7EDFC8"/>
      </a:accent4>
      <a:accent5>
        <a:srgbClr val="747474"/>
      </a:accent5>
      <a:accent6>
        <a:srgbClr val="D8D8D8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