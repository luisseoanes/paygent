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1" r:id="rId10"/>
    <p:sldId id="265" r:id="rId26"/>
    <p:sldId id="266" r:id="rId27"/>
    <p:sldId id="267" r:id="rId28"/>
    <p:sldId id="268" r:id="rId29"/>
    <p:sldId id="269" r:id="rId30"/>
    <p:sldId id="260" r:id="rId9"/>
    <p:sldId id="262" r:id="rId11"/>
    <p:sldId id="270" r:id="rId31"/>
    <p:sldId id="263" r:id="rId12"/>
    <p:sldId id="264" r:id="rId13"/>
  </p:sldIdLst>
  <p:sldSz cy="6858000" cx="12192000"/>
  <p:notesSz cx="6858000" cy="9144000"/>
  <p:embeddedFontLst>
    <p:embeddedFont>
      <p:font typeface="Poppins"/>
      <p:regular r:id="rId14"/>
      <p:bold r:id="rId15"/>
      <p:italic r:id="rId16"/>
      <p:boldItalic r:id="rId17"/>
    </p:embeddedFont>
    <p:embeddedFont>
      <p:font typeface="Poppins Light"/>
      <p:regular r:id="rId18"/>
      <p:bold r:id="rId19"/>
      <p:italic r:id="rId20"/>
      <p:boldItalic r:id="rId21"/>
    </p:embeddedFont>
    <p:embeddedFont>
      <p:font typeface="Poppins Black"/>
      <p:bold r:id="rId22"/>
      <p:boldItalic r:id="rId23"/>
    </p:embeddedFont>
    <p:embeddedFont>
      <p:font typeface="Poppins ExtraBold"/>
      <p:bold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
<Relationships xmlns="http://schemas.openxmlformats.org/package/2006/relationships"><Relationship Id="rId20" Type="http://schemas.openxmlformats.org/officeDocument/2006/relationships/font" Target="fonts/PoppinsLight-italic.fntdata"/><Relationship Id="rId22" Type="http://schemas.openxmlformats.org/officeDocument/2006/relationships/font" Target="fonts/PoppinsBlack-bold.fntdata"/><Relationship Id="rId21" Type="http://schemas.openxmlformats.org/officeDocument/2006/relationships/font" Target="fonts/PoppinsLight-boldItalic.fntdata"/><Relationship Id="rId24" Type="http://schemas.openxmlformats.org/officeDocument/2006/relationships/font" Target="fonts/PoppinsExtraBold-bold.fntdata"/><Relationship Id="rId23" Type="http://schemas.openxmlformats.org/officeDocument/2006/relationships/font" Target="fonts/PoppinsBlack-boldItalic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5" Type="http://schemas.openxmlformats.org/officeDocument/2006/relationships/font" Target="fonts/PoppinsExtraBold-bold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font" Target="fonts/Poppins-bold.fntdata"/><Relationship Id="rId14" Type="http://schemas.openxmlformats.org/officeDocument/2006/relationships/font" Target="fonts/Poppins-regular.fntdata"/><Relationship Id="rId17" Type="http://schemas.openxmlformats.org/officeDocument/2006/relationships/font" Target="fonts/Poppins-boldItalic.fntdata"/><Relationship Id="rId16" Type="http://schemas.openxmlformats.org/officeDocument/2006/relationships/font" Target="fonts/Poppins-italic.fntdata"/><Relationship Id="rId19" Type="http://schemas.openxmlformats.org/officeDocument/2006/relationships/font" Target="fonts/PoppinsLight-bold.fntdata"/><Relationship Id="rId18" Type="http://schemas.openxmlformats.org/officeDocument/2006/relationships/font" Target="fonts/PoppinsLight-regular.fntdata"/>  <Relationship Id="rId26" Type="http://schemas.openxmlformats.org/officeDocument/2006/relationships/slide" Target="slides/slide10.xml"/>
  <Relationship Id="rId27" Type="http://schemas.openxmlformats.org/officeDocument/2006/relationships/slide" Target="slides/slide11.xml"/>
  <Relationship Id="rId28" Type="http://schemas.openxmlformats.org/officeDocument/2006/relationships/slide" Target="slides/slide12.xml"/>
  <Relationship Id="rId29" Type="http://schemas.openxmlformats.org/officeDocument/2006/relationships/slide" Target="slides/slide13.xml"/>
  <Relationship Id="rId30" Type="http://schemas.openxmlformats.org/officeDocument/2006/relationships/slide" Target="slides/slide14.xml"/>
  <Relationship Id="rId31" Type="http://schemas.openxmlformats.org/officeDocument/2006/relationships/slide" Target="slides/slide15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MY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3fb78c62dbb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[10 s] Somos Paygent. Pagar no debería necesitar internet: hicimos que el poder de pago se pueda delegar, a personas y a agentes de IA, con cualquier señal.</a:t>
            </a:r>
          </a:p>
        </p:txBody>
      </p:sp>
      <p:sp>
        <p:nvSpPr>
          <p:cNvPr id="645" name="Google Shape;645;g3fb78c62dbb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g3fb68e58610_1_26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[10 s] Somos cuatro, de Medellín. (Nombres.)</a:t>
            </a:r>
          </a:p>
        </p:txBody>
      </p:sp>
      <p:sp>
        <p:nvSpPr>
          <p:cNvPr id="653" name="Google Shape;653;g3fb68e58610_1_26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3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[35 s] Juan trabaja en Texas y le manda plata a su mamá, en una vereda de Antioquia. El dinero llega; gastarlo no. Allá la señal va y viene, ella usa un celular de teclas y no tiene wallet propia. Y los pagos con IA de Visa, Mastercard o Google asumen smartphone, internet y tarjeta: dejan por fuera a quien más los necesita.</a:t>
            </a:r>
          </a:p>
        </p:txBody>
      </p:sp>
      <p:sp>
        <p:nvSpPr>
          <p:cNvPr id="665" name="Google Shape;66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[5 s] Pagar no debería necesitar internet.</a:t>
            </a:r>
          </a:p>
        </p:txBody>
      </p:sp>
      <p:sp>
        <p:nvSpPr>
          <p:cNvPr id="672" name="Google Shape;67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[5 s] El agente propone. El gateway decide.</a:t>
            </a:r>
          </a:p>
        </p:txBody>
      </p:sp>
      <p:sp>
        <p:nvSpPr>
          <p:cNvPr id="677" name="Google Shape;677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0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g3fb68e58610_1_34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[35 s] Paygent es un permiso que se reparte. Juan firma UNA vez en su wallet un grant de Open Payments con tope. Lo reparte en ramas: su mamá, el celular de ella, un agente que compra por ella. Cada pago pasa por el gateway, que revisa tope, categoría y PIN, y el dinero va directo de Juan a la tienda.</a:t>
            </a:r>
          </a:p>
        </p:txBody>
      </p:sp>
      <p:sp>
        <p:nvSpPr>
          <p:cNvPr id="682" name="Google Shape;682;g3fb68e58610_1_34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7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[demo] Escaneen el QR: está en vivo en paygent.up.railway.app, con pagos reales en la red de prueba de Interledger.</a:t>
            </a:r>
          </a:p>
        </p:txBody>
      </p:sp>
      <p:sp>
        <p:nvSpPr>
          <p:cNvPr id="689" name="Google Shape;68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[5 s] Un permiso. Muchas manos. Cualquier señal.</a:t>
            </a:r>
          </a:p>
        </p:txBody>
      </p:sp>
      <p:sp>
        <p:nvSpPr>
          <p:cNvPr id="694" name="Google Shape;694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Gracias.</a:t>
            </a:r>
          </a:p>
        </p:txBody>
      </p:sp>
      <p:sp>
        <p:nvSpPr>
          <p:cNvPr id="699" name="Google Shape;699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3fb78c62dbb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[30 s] La vida de un pago: Juan aprueba una vez. Cualquiera de confianza pide pagar: María toca Pagar, Doña Carmen escribe "necesito la pastilla" o el tendero escanea un vale. El gateway decide; el Guardián solo puede restringir. Open Payments crea el incoming, la quote y el outgoing desde la wallet de Juan, y Juan ve el porqué en su libreta. Sin señal, el vale firmado se verifica offline y se cobra después.</a:t>
            </a:r>
          </a:p>
        </p:txBody>
      </p:sp>
      <p:sp>
        <p:nvSpPr>
          <p:cNvPr id="645" name="Google Shape;645;g3fb78c62dbb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3fb78c62dbb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[20 s] Así se ve, en producción: con datos paga con QR; sin señal su celular firma un vale que el tendero verifica sin internet; y por SMS le escribe a su agente y confirma con su PIN.</a:t>
            </a:r>
          </a:p>
        </p:txBody>
      </p:sp>
      <p:sp>
        <p:nvSpPr>
          <p:cNvPr id="645" name="Google Shape;645;g3fb78c62dbb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3fb78c62dbb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[25 s] Llega a la vereda, a cualquier nivel de conectividad. Quien paga tiene el control y revoca en un toque. Nadie guarda el dinero. La IA tiene límites que no se puede saltar. El tendero no necesita wallet: cobra por Puntored a su llave Bre-B. Y es abierto, sobre Open Payments.</a:t>
            </a:r>
          </a:p>
        </p:txBody>
      </p:sp>
      <p:sp>
        <p:nvSpPr>
          <p:cNvPr id="645" name="Google Shape;645;g3fb78c62dbb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3fb78c62dbb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[30 s] Open Payments de verdad: un grant GNAP interactivo con debitAmount e interval, aprobado en la wallet de Juan, es el mandato raíz. Cada pago es incoming en la wallet de la tienda, quote con el débito real y outgoing con el token de Juan. Lo que agregamos: delegación con sub-límites, pagos sin conexión y consentimiento sin navegador.</a:t>
            </a:r>
          </a:p>
        </p:txBody>
      </p:sp>
      <p:sp>
        <p:nvSpPr>
          <p:cNvPr id="645" name="Google Shape;645;g3fb78c62dbb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3fb78c62dbb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[25 s] Las personas entran por una web que funciona sin señal o por SMS. Todo pago pasa por un solo lugar, el gateway de mandatos. Los agentes de IA solo proponen: no tienen llaves ni dinero. El dinero va de la wallet de Juan al comercio por Open Payments.</a:t>
            </a:r>
          </a:p>
        </p:txBody>
      </p:sp>
      <p:sp>
        <p:nvSpPr>
          <p:cNvPr id="645" name="Google Shape;645;g3fb78c62dbb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3fb78c62dbb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s-CO"/>
              <a:t>[20 s] Demostramos tres cosas con dinero real: delegar un grant es seguro; la firma viaja sin red; y una IA puede pagar con reglas que no se puede saltar.</a:t>
            </a:r>
          </a:p>
        </p:txBody>
      </p:sp>
      <p:sp>
        <p:nvSpPr>
          <p:cNvPr id="645" name="Google Shape;645;g3fb78c62dbb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1.png"/><Relationship Id="rId8" Type="http://schemas.openxmlformats.org/officeDocument/2006/relationships/hyperlink" Target="http://interledger.org" TargetMode="Externa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itle Slide">
  <p:cSld name="4_Title Slide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" name="Google Shape;14;p2"/>
          <p:cNvSpPr txBox="1"/>
          <p:nvPr>
            <p:ph idx="1" type="body"/>
          </p:nvPr>
        </p:nvSpPr>
        <p:spPr>
          <a:xfrm>
            <a:off x="436201" y="1636170"/>
            <a:ext cx="5439809" cy="228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Arial"/>
              <a:buNone/>
              <a:defRPr b="1" i="0" sz="66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2" type="body"/>
          </p:nvPr>
        </p:nvSpPr>
        <p:spPr>
          <a:xfrm>
            <a:off x="656622" y="4032642"/>
            <a:ext cx="5219383" cy="4717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16" name="Google Shape;16;p2"/>
          <p:cNvCxnSpPr/>
          <p:nvPr/>
        </p:nvCxnSpPr>
        <p:spPr>
          <a:xfrm>
            <a:off x="580422" y="4124496"/>
            <a:ext cx="0" cy="2880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7" name="Google Shape;17;p2"/>
          <p:cNvSpPr txBox="1"/>
          <p:nvPr>
            <p:ph idx="3" type="body"/>
          </p:nvPr>
        </p:nvSpPr>
        <p:spPr>
          <a:xfrm>
            <a:off x="549322" y="6031214"/>
            <a:ext cx="1862508" cy="3385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2921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2921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2921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2921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4" type="body"/>
          </p:nvPr>
        </p:nvSpPr>
        <p:spPr>
          <a:xfrm>
            <a:off x="2408168" y="6031214"/>
            <a:ext cx="1862508" cy="3385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2921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2921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2921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2921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pic>
        <p:nvPicPr>
          <p:cNvPr id="19" name="Google Shape;19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36201" y="382350"/>
            <a:ext cx="2695188" cy="80937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" name="Google Shape;20;p2"/>
          <p:cNvGrpSpPr/>
          <p:nvPr/>
        </p:nvGrpSpPr>
        <p:grpSpPr>
          <a:xfrm>
            <a:off x="0" y="5218315"/>
            <a:ext cx="2600323" cy="385327"/>
            <a:chOff x="0" y="9303775"/>
            <a:chExt cx="8073390" cy="1196350"/>
          </a:xfrm>
        </p:grpSpPr>
        <p:sp>
          <p:nvSpPr>
            <p:cNvPr id="21" name="Google Shape;21;p2"/>
            <p:cNvSpPr/>
            <p:nvPr/>
          </p:nvSpPr>
          <p:spPr>
            <a:xfrm>
              <a:off x="0" y="9303775"/>
              <a:ext cx="6877684" cy="1196340"/>
            </a:xfrm>
            <a:custGeom>
              <a:rect b="b" l="l" r="r" t="t"/>
              <a:pathLst>
                <a:path extrusionOk="0" h="1196340" w="6877684">
                  <a:moveTo>
                    <a:pt x="0" y="1195974"/>
                  </a:moveTo>
                  <a:lnTo>
                    <a:pt x="6877060" y="1195974"/>
                  </a:lnTo>
                  <a:lnTo>
                    <a:pt x="6877060" y="0"/>
                  </a:lnTo>
                  <a:lnTo>
                    <a:pt x="0" y="0"/>
                  </a:lnTo>
                  <a:lnTo>
                    <a:pt x="0" y="1195974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268770" y="9586588"/>
              <a:ext cx="6324600" cy="612140"/>
            </a:xfrm>
            <a:custGeom>
              <a:rect b="b" l="l" r="r" t="t"/>
              <a:pathLst>
                <a:path extrusionOk="0" h="612140" w="6324600">
                  <a:moveTo>
                    <a:pt x="394309" y="305917"/>
                  </a:moveTo>
                  <a:lnTo>
                    <a:pt x="0" y="0"/>
                  </a:lnTo>
                  <a:lnTo>
                    <a:pt x="0" y="611847"/>
                  </a:lnTo>
                  <a:lnTo>
                    <a:pt x="394309" y="305917"/>
                  </a:lnTo>
                  <a:close/>
                </a:path>
                <a:path extrusionOk="0" h="612140" w="6324600">
                  <a:moveTo>
                    <a:pt x="933411" y="305917"/>
                  </a:moveTo>
                  <a:lnTo>
                    <a:pt x="539115" y="0"/>
                  </a:lnTo>
                  <a:lnTo>
                    <a:pt x="539115" y="611847"/>
                  </a:lnTo>
                  <a:lnTo>
                    <a:pt x="933411" y="305917"/>
                  </a:lnTo>
                  <a:close/>
                </a:path>
                <a:path extrusionOk="0" h="612140" w="6324600">
                  <a:moveTo>
                    <a:pt x="1472526" y="305917"/>
                  </a:moveTo>
                  <a:lnTo>
                    <a:pt x="1078230" y="0"/>
                  </a:lnTo>
                  <a:lnTo>
                    <a:pt x="1078230" y="611847"/>
                  </a:lnTo>
                  <a:lnTo>
                    <a:pt x="1472526" y="305917"/>
                  </a:lnTo>
                  <a:close/>
                </a:path>
                <a:path extrusionOk="0" h="612140" w="6324600">
                  <a:moveTo>
                    <a:pt x="2011629" y="305917"/>
                  </a:moveTo>
                  <a:lnTo>
                    <a:pt x="1617332" y="0"/>
                  </a:lnTo>
                  <a:lnTo>
                    <a:pt x="1617332" y="611847"/>
                  </a:lnTo>
                  <a:lnTo>
                    <a:pt x="2011629" y="305917"/>
                  </a:lnTo>
                  <a:close/>
                </a:path>
                <a:path extrusionOk="0" h="612140" w="6324600">
                  <a:moveTo>
                    <a:pt x="2550744" y="305917"/>
                  </a:moveTo>
                  <a:lnTo>
                    <a:pt x="2156447" y="0"/>
                  </a:lnTo>
                  <a:lnTo>
                    <a:pt x="2156447" y="611847"/>
                  </a:lnTo>
                  <a:lnTo>
                    <a:pt x="2550744" y="305917"/>
                  </a:lnTo>
                  <a:close/>
                </a:path>
                <a:path extrusionOk="0" h="612140" w="6324600">
                  <a:moveTo>
                    <a:pt x="3089846" y="305917"/>
                  </a:moveTo>
                  <a:lnTo>
                    <a:pt x="2695549" y="0"/>
                  </a:lnTo>
                  <a:lnTo>
                    <a:pt x="2695549" y="611847"/>
                  </a:lnTo>
                  <a:lnTo>
                    <a:pt x="3089846" y="305917"/>
                  </a:lnTo>
                  <a:close/>
                </a:path>
                <a:path extrusionOk="0" h="612140" w="6324600">
                  <a:moveTo>
                    <a:pt x="3628961" y="305917"/>
                  </a:moveTo>
                  <a:lnTo>
                    <a:pt x="3234664" y="0"/>
                  </a:lnTo>
                  <a:lnTo>
                    <a:pt x="3234664" y="611847"/>
                  </a:lnTo>
                  <a:lnTo>
                    <a:pt x="3628961" y="305917"/>
                  </a:lnTo>
                  <a:close/>
                </a:path>
                <a:path extrusionOk="0" h="612140" w="6324600">
                  <a:moveTo>
                    <a:pt x="4168076" y="305917"/>
                  </a:moveTo>
                  <a:lnTo>
                    <a:pt x="3773767" y="0"/>
                  </a:lnTo>
                  <a:lnTo>
                    <a:pt x="3773767" y="611847"/>
                  </a:lnTo>
                  <a:lnTo>
                    <a:pt x="4168076" y="305917"/>
                  </a:lnTo>
                  <a:close/>
                </a:path>
                <a:path extrusionOk="0" h="612140" w="6324600">
                  <a:moveTo>
                    <a:pt x="4707179" y="305917"/>
                  </a:moveTo>
                  <a:lnTo>
                    <a:pt x="4312882" y="0"/>
                  </a:lnTo>
                  <a:lnTo>
                    <a:pt x="4312882" y="611847"/>
                  </a:lnTo>
                  <a:lnTo>
                    <a:pt x="4707179" y="305917"/>
                  </a:lnTo>
                  <a:close/>
                </a:path>
                <a:path extrusionOk="0" h="612140" w="6324600">
                  <a:moveTo>
                    <a:pt x="5246294" y="305917"/>
                  </a:moveTo>
                  <a:lnTo>
                    <a:pt x="4851984" y="0"/>
                  </a:lnTo>
                  <a:lnTo>
                    <a:pt x="4851984" y="611847"/>
                  </a:lnTo>
                  <a:lnTo>
                    <a:pt x="5246294" y="305917"/>
                  </a:lnTo>
                  <a:close/>
                </a:path>
                <a:path extrusionOk="0" h="612140" w="6324600">
                  <a:moveTo>
                    <a:pt x="5785396" y="305917"/>
                  </a:moveTo>
                  <a:lnTo>
                    <a:pt x="5391099" y="0"/>
                  </a:lnTo>
                  <a:lnTo>
                    <a:pt x="5391099" y="611847"/>
                  </a:lnTo>
                  <a:lnTo>
                    <a:pt x="5785396" y="305917"/>
                  </a:lnTo>
                  <a:close/>
                </a:path>
                <a:path extrusionOk="0" h="612140" w="6324600">
                  <a:moveTo>
                    <a:pt x="6324511" y="305917"/>
                  </a:moveTo>
                  <a:lnTo>
                    <a:pt x="5930201" y="0"/>
                  </a:lnTo>
                  <a:lnTo>
                    <a:pt x="5930201" y="611847"/>
                  </a:lnTo>
                  <a:lnTo>
                    <a:pt x="6324511" y="305917"/>
                  </a:lnTo>
                  <a:close/>
                </a:path>
              </a:pathLst>
            </a:custGeom>
            <a:solidFill>
              <a:srgbClr val="560777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6877050" y="9303785"/>
              <a:ext cx="1196340" cy="1196340"/>
            </a:xfrm>
            <a:custGeom>
              <a:rect b="b" l="l" r="r" t="t"/>
              <a:pathLst>
                <a:path extrusionOk="0" h="1196340" w="1196340">
                  <a:moveTo>
                    <a:pt x="1195971" y="0"/>
                  </a:moveTo>
                  <a:lnTo>
                    <a:pt x="0" y="0"/>
                  </a:lnTo>
                  <a:lnTo>
                    <a:pt x="0" y="52349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146494"/>
                  </a:lnTo>
                  <a:lnTo>
                    <a:pt x="0" y="195300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293001"/>
                  </a:lnTo>
                  <a:lnTo>
                    <a:pt x="0" y="338251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439508"/>
                  </a:lnTo>
                  <a:lnTo>
                    <a:pt x="0" y="481215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586016"/>
                  </a:lnTo>
                  <a:lnTo>
                    <a:pt x="0" y="624166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732523"/>
                  </a:lnTo>
                  <a:lnTo>
                    <a:pt x="0" y="767118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879030"/>
                  </a:lnTo>
                  <a:lnTo>
                    <a:pt x="0" y="910069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1025537"/>
                  </a:lnTo>
                  <a:lnTo>
                    <a:pt x="0" y="1053020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1172032"/>
                  </a:lnTo>
                  <a:lnTo>
                    <a:pt x="0" y="1195971"/>
                  </a:lnTo>
                  <a:lnTo>
                    <a:pt x="1195971" y="0"/>
                  </a:lnTo>
                  <a:close/>
                </a:path>
              </a:pathLst>
            </a:custGeom>
            <a:solidFill>
              <a:srgbClr val="90A0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24" name="Google Shape;24;p2"/>
          <p:cNvSpPr/>
          <p:nvPr/>
        </p:nvSpPr>
        <p:spPr>
          <a:xfrm flipH="1">
            <a:off x="6338369" y="198227"/>
            <a:ext cx="5098934" cy="5117897"/>
          </a:xfrm>
          <a:custGeom>
            <a:rect b="b" l="l" r="r" t="t"/>
            <a:pathLst>
              <a:path extrusionOk="0" h="7026275" w="7000240">
                <a:moveTo>
                  <a:pt x="0" y="0"/>
                </a:moveTo>
                <a:lnTo>
                  <a:pt x="0" y="7025843"/>
                </a:lnTo>
                <a:lnTo>
                  <a:pt x="7000062" y="3498443"/>
                </a:lnTo>
                <a:lnTo>
                  <a:pt x="0" y="0"/>
                </a:lnTo>
                <a:close/>
              </a:path>
            </a:pathLst>
          </a:custGeom>
          <a:solidFill>
            <a:srgbClr val="560676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25" name="Google Shape;25;p2"/>
          <p:cNvGrpSpPr/>
          <p:nvPr/>
        </p:nvGrpSpPr>
        <p:grpSpPr>
          <a:xfrm>
            <a:off x="6512282" y="485759"/>
            <a:ext cx="5679715" cy="5117897"/>
            <a:chOff x="6512282" y="198234"/>
            <a:chExt cx="5679715" cy="5117897"/>
          </a:xfrm>
        </p:grpSpPr>
        <p:sp>
          <p:nvSpPr>
            <p:cNvPr id="26" name="Google Shape;26;p2"/>
            <p:cNvSpPr/>
            <p:nvPr/>
          </p:nvSpPr>
          <p:spPr>
            <a:xfrm flipH="1">
              <a:off x="6512282" y="198234"/>
              <a:ext cx="4925023" cy="5117897"/>
            </a:xfrm>
            <a:custGeom>
              <a:rect b="b" l="l" r="r" t="t"/>
              <a:pathLst>
                <a:path extrusionOk="0" h="7026275" w="6761480">
                  <a:moveTo>
                    <a:pt x="1628190" y="3498443"/>
                  </a:moveTo>
                  <a:lnTo>
                    <a:pt x="0" y="0"/>
                  </a:lnTo>
                  <a:lnTo>
                    <a:pt x="1158392" y="3638956"/>
                  </a:lnTo>
                  <a:lnTo>
                    <a:pt x="0" y="7025843"/>
                  </a:lnTo>
                  <a:lnTo>
                    <a:pt x="1628190" y="3498443"/>
                  </a:lnTo>
                  <a:close/>
                </a:path>
                <a:path extrusionOk="0" h="7026275" w="6761480">
                  <a:moveTo>
                    <a:pt x="3749776" y="3498443"/>
                  </a:moveTo>
                  <a:lnTo>
                    <a:pt x="0" y="0"/>
                  </a:lnTo>
                  <a:lnTo>
                    <a:pt x="2555240" y="3638956"/>
                  </a:lnTo>
                  <a:lnTo>
                    <a:pt x="0" y="7025843"/>
                  </a:lnTo>
                  <a:lnTo>
                    <a:pt x="3749776" y="3498443"/>
                  </a:lnTo>
                  <a:close/>
                </a:path>
                <a:path extrusionOk="0" h="7026275" w="6761480">
                  <a:moveTo>
                    <a:pt x="6760934" y="3498443"/>
                  </a:moveTo>
                  <a:lnTo>
                    <a:pt x="0" y="0"/>
                  </a:lnTo>
                  <a:lnTo>
                    <a:pt x="4533392" y="3638956"/>
                  </a:lnTo>
                  <a:lnTo>
                    <a:pt x="0" y="7025843"/>
                  </a:lnTo>
                  <a:lnTo>
                    <a:pt x="6760934" y="3498443"/>
                  </a:lnTo>
                  <a:close/>
                </a:path>
              </a:pathLst>
            </a:custGeom>
            <a:solidFill>
              <a:srgbClr val="00E5C6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7" name="Google Shape;27;p2"/>
            <p:cNvSpPr/>
            <p:nvPr/>
          </p:nvSpPr>
          <p:spPr>
            <a:xfrm flipH="1">
              <a:off x="11437148" y="198234"/>
              <a:ext cx="754849" cy="5114660"/>
            </a:xfrm>
            <a:custGeom>
              <a:rect b="b" l="l" r="r" t="t"/>
              <a:pathLst>
                <a:path extrusionOk="0" h="7021830" w="1036319">
                  <a:moveTo>
                    <a:pt x="1036104" y="6787705"/>
                  </a:moveTo>
                  <a:lnTo>
                    <a:pt x="0" y="6787705"/>
                  </a:lnTo>
                  <a:lnTo>
                    <a:pt x="0" y="7021792"/>
                  </a:lnTo>
                  <a:lnTo>
                    <a:pt x="1036104" y="7021792"/>
                  </a:lnTo>
                  <a:lnTo>
                    <a:pt x="1036104" y="6787705"/>
                  </a:lnTo>
                  <a:close/>
                </a:path>
                <a:path extrusionOk="0" h="7021830" w="1036319">
                  <a:moveTo>
                    <a:pt x="1036104" y="6265570"/>
                  </a:moveTo>
                  <a:lnTo>
                    <a:pt x="0" y="6265570"/>
                  </a:lnTo>
                  <a:lnTo>
                    <a:pt x="0" y="6505156"/>
                  </a:lnTo>
                  <a:lnTo>
                    <a:pt x="1036104" y="6505156"/>
                  </a:lnTo>
                  <a:lnTo>
                    <a:pt x="1036104" y="6265570"/>
                  </a:lnTo>
                  <a:close/>
                </a:path>
                <a:path extrusionOk="0" h="7021830" w="1036319">
                  <a:moveTo>
                    <a:pt x="1036104" y="5743460"/>
                  </a:moveTo>
                  <a:lnTo>
                    <a:pt x="0" y="5743460"/>
                  </a:lnTo>
                  <a:lnTo>
                    <a:pt x="0" y="5984481"/>
                  </a:lnTo>
                  <a:lnTo>
                    <a:pt x="1036104" y="5984481"/>
                  </a:lnTo>
                  <a:lnTo>
                    <a:pt x="1036104" y="5743460"/>
                  </a:lnTo>
                  <a:close/>
                </a:path>
                <a:path extrusionOk="0" h="7021830" w="1036319">
                  <a:moveTo>
                    <a:pt x="1036104" y="5221325"/>
                  </a:moveTo>
                  <a:lnTo>
                    <a:pt x="0" y="5221325"/>
                  </a:lnTo>
                  <a:lnTo>
                    <a:pt x="0" y="5463819"/>
                  </a:lnTo>
                  <a:lnTo>
                    <a:pt x="1036104" y="5463819"/>
                  </a:lnTo>
                  <a:lnTo>
                    <a:pt x="1036104" y="5221325"/>
                  </a:lnTo>
                  <a:close/>
                </a:path>
                <a:path extrusionOk="0" h="7021830" w="1036319">
                  <a:moveTo>
                    <a:pt x="1036104" y="4699190"/>
                  </a:moveTo>
                  <a:lnTo>
                    <a:pt x="0" y="4699190"/>
                  </a:lnTo>
                  <a:lnTo>
                    <a:pt x="0" y="4943145"/>
                  </a:lnTo>
                  <a:lnTo>
                    <a:pt x="1036104" y="4943145"/>
                  </a:lnTo>
                  <a:lnTo>
                    <a:pt x="1036104" y="4699190"/>
                  </a:lnTo>
                  <a:close/>
                </a:path>
                <a:path extrusionOk="0" h="7021830" w="1036319">
                  <a:moveTo>
                    <a:pt x="1036104" y="4177042"/>
                  </a:moveTo>
                  <a:lnTo>
                    <a:pt x="0" y="4177042"/>
                  </a:lnTo>
                  <a:lnTo>
                    <a:pt x="0" y="4422470"/>
                  </a:lnTo>
                  <a:lnTo>
                    <a:pt x="1036104" y="4422470"/>
                  </a:lnTo>
                  <a:lnTo>
                    <a:pt x="1036104" y="4177042"/>
                  </a:lnTo>
                  <a:close/>
                </a:path>
                <a:path extrusionOk="0" h="7021830" w="1036319">
                  <a:moveTo>
                    <a:pt x="1036104" y="3654920"/>
                  </a:moveTo>
                  <a:lnTo>
                    <a:pt x="0" y="3654920"/>
                  </a:lnTo>
                  <a:lnTo>
                    <a:pt x="0" y="3901808"/>
                  </a:lnTo>
                  <a:lnTo>
                    <a:pt x="1036104" y="3901808"/>
                  </a:lnTo>
                  <a:lnTo>
                    <a:pt x="1036104" y="3654920"/>
                  </a:lnTo>
                  <a:close/>
                </a:path>
                <a:path extrusionOk="0" h="7021830" w="1036319">
                  <a:moveTo>
                    <a:pt x="1036104" y="3132798"/>
                  </a:moveTo>
                  <a:lnTo>
                    <a:pt x="0" y="3132798"/>
                  </a:lnTo>
                  <a:lnTo>
                    <a:pt x="0" y="3381133"/>
                  </a:lnTo>
                  <a:lnTo>
                    <a:pt x="1036104" y="3381133"/>
                  </a:lnTo>
                  <a:lnTo>
                    <a:pt x="1036104" y="3132798"/>
                  </a:lnTo>
                  <a:close/>
                </a:path>
                <a:path extrusionOk="0" h="7021830" w="1036319">
                  <a:moveTo>
                    <a:pt x="1036104" y="2610650"/>
                  </a:moveTo>
                  <a:lnTo>
                    <a:pt x="0" y="2610650"/>
                  </a:lnTo>
                  <a:lnTo>
                    <a:pt x="0" y="2860459"/>
                  </a:lnTo>
                  <a:lnTo>
                    <a:pt x="1036104" y="2860459"/>
                  </a:lnTo>
                  <a:lnTo>
                    <a:pt x="1036104" y="2610650"/>
                  </a:lnTo>
                  <a:close/>
                </a:path>
                <a:path extrusionOk="0" h="7021830" w="1036319">
                  <a:moveTo>
                    <a:pt x="1036104" y="2088527"/>
                  </a:moveTo>
                  <a:lnTo>
                    <a:pt x="0" y="2088527"/>
                  </a:lnTo>
                  <a:lnTo>
                    <a:pt x="0" y="2339797"/>
                  </a:lnTo>
                  <a:lnTo>
                    <a:pt x="1036104" y="2339797"/>
                  </a:lnTo>
                  <a:lnTo>
                    <a:pt x="1036104" y="2088527"/>
                  </a:lnTo>
                  <a:close/>
                </a:path>
                <a:path extrusionOk="0" h="7021830" w="1036319">
                  <a:moveTo>
                    <a:pt x="1036104" y="1566392"/>
                  </a:moveTo>
                  <a:lnTo>
                    <a:pt x="0" y="1566392"/>
                  </a:lnTo>
                  <a:lnTo>
                    <a:pt x="0" y="1819122"/>
                  </a:lnTo>
                  <a:lnTo>
                    <a:pt x="1036104" y="1819122"/>
                  </a:lnTo>
                  <a:lnTo>
                    <a:pt x="1036104" y="1566392"/>
                  </a:lnTo>
                  <a:close/>
                </a:path>
                <a:path extrusionOk="0" h="7021830" w="1036319">
                  <a:moveTo>
                    <a:pt x="1036104" y="1044257"/>
                  </a:moveTo>
                  <a:lnTo>
                    <a:pt x="0" y="1044257"/>
                  </a:lnTo>
                  <a:lnTo>
                    <a:pt x="0" y="1298448"/>
                  </a:lnTo>
                  <a:lnTo>
                    <a:pt x="1036104" y="1298448"/>
                  </a:lnTo>
                  <a:lnTo>
                    <a:pt x="1036104" y="1044257"/>
                  </a:lnTo>
                  <a:close/>
                </a:path>
                <a:path extrusionOk="0" h="7021830" w="1036319">
                  <a:moveTo>
                    <a:pt x="1036104" y="522122"/>
                  </a:moveTo>
                  <a:lnTo>
                    <a:pt x="0" y="522122"/>
                  </a:lnTo>
                  <a:lnTo>
                    <a:pt x="0" y="777773"/>
                  </a:lnTo>
                  <a:lnTo>
                    <a:pt x="1036104" y="777773"/>
                  </a:lnTo>
                  <a:lnTo>
                    <a:pt x="1036104" y="522122"/>
                  </a:lnTo>
                  <a:close/>
                </a:path>
                <a:path extrusionOk="0" h="7021830" w="1036319">
                  <a:moveTo>
                    <a:pt x="1036104" y="0"/>
                  </a:moveTo>
                  <a:lnTo>
                    <a:pt x="0" y="0"/>
                  </a:lnTo>
                  <a:lnTo>
                    <a:pt x="0" y="257111"/>
                  </a:lnTo>
                  <a:lnTo>
                    <a:pt x="1036104" y="257111"/>
                  </a:lnTo>
                  <a:lnTo>
                    <a:pt x="1036104" y="0"/>
                  </a:lnTo>
                  <a:close/>
                </a:path>
              </a:pathLst>
            </a:custGeom>
            <a:solidFill>
              <a:srgbClr val="8F9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28" name="Google Shape;28;p2"/>
          <p:cNvSpPr txBox="1"/>
          <p:nvPr/>
        </p:nvSpPr>
        <p:spPr>
          <a:xfrm>
            <a:off x="7989100" y="6007900"/>
            <a:ext cx="3448200" cy="3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FFFFFF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MY" sz="100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#OpenPayments #ILPHacks</a:t>
            </a:r>
            <a:endParaRPr sz="1000">
              <a:solidFill>
                <a:srgbClr val="FFFFFF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  <p:transition spd="slow">
    <p:push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Title Slide">
  <p:cSld name="6_Title Slide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3"/>
          <p:cNvSpPr txBox="1"/>
          <p:nvPr>
            <p:ph idx="1" type="body"/>
          </p:nvPr>
        </p:nvSpPr>
        <p:spPr>
          <a:xfrm>
            <a:off x="271253" y="833140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accen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1" name="Google Shape;31;p3"/>
          <p:cNvSpPr txBox="1"/>
          <p:nvPr>
            <p:ph idx="2" type="body"/>
          </p:nvPr>
        </p:nvSpPr>
        <p:spPr>
          <a:xfrm>
            <a:off x="271254" y="558655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60777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560777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2" name="Google Shape;32;p3"/>
          <p:cNvSpPr/>
          <p:nvPr>
            <p:ph idx="3" type="pic"/>
          </p:nvPr>
        </p:nvSpPr>
        <p:spPr>
          <a:xfrm>
            <a:off x="401921" y="1491414"/>
            <a:ext cx="4320000" cy="4320000"/>
          </a:xfrm>
          <a:prstGeom prst="roundRect">
            <a:avLst>
              <a:gd fmla="val 1887" name="adj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33" name="Google Shape;33;p3"/>
          <p:cNvSpPr txBox="1"/>
          <p:nvPr>
            <p:ph idx="4" type="body"/>
          </p:nvPr>
        </p:nvSpPr>
        <p:spPr>
          <a:xfrm>
            <a:off x="5688471" y="1800999"/>
            <a:ext cx="5390865" cy="4717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4" name="Google Shape;34;p3"/>
          <p:cNvSpPr txBox="1"/>
          <p:nvPr>
            <p:ph idx="5" type="body"/>
          </p:nvPr>
        </p:nvSpPr>
        <p:spPr>
          <a:xfrm>
            <a:off x="5688471" y="2608739"/>
            <a:ext cx="5390865" cy="4717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5" name="Google Shape;35;p3"/>
          <p:cNvSpPr txBox="1"/>
          <p:nvPr>
            <p:ph idx="6" type="body"/>
          </p:nvPr>
        </p:nvSpPr>
        <p:spPr>
          <a:xfrm>
            <a:off x="5688471" y="3416479"/>
            <a:ext cx="5390865" cy="4717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6" name="Google Shape;36;p3"/>
          <p:cNvSpPr txBox="1"/>
          <p:nvPr>
            <p:ph idx="7" type="body"/>
          </p:nvPr>
        </p:nvSpPr>
        <p:spPr>
          <a:xfrm>
            <a:off x="5688471" y="4224219"/>
            <a:ext cx="5390865" cy="4717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7" name="Google Shape;37;p3"/>
          <p:cNvSpPr txBox="1"/>
          <p:nvPr>
            <p:ph idx="8" type="body"/>
          </p:nvPr>
        </p:nvSpPr>
        <p:spPr>
          <a:xfrm>
            <a:off x="5688471" y="5031959"/>
            <a:ext cx="5390865" cy="4717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38" name="Google Shape;38;p3"/>
          <p:cNvCxnSpPr/>
          <p:nvPr/>
        </p:nvCxnSpPr>
        <p:spPr>
          <a:xfrm rot="10800000">
            <a:off x="5242644" y="2439113"/>
            <a:ext cx="5836692" cy="1"/>
          </a:xfrm>
          <a:prstGeom prst="straightConnector1">
            <a:avLst/>
          </a:prstGeom>
          <a:noFill/>
          <a:ln cap="flat" cmpd="sng" w="9525">
            <a:solidFill>
              <a:schemeClr val="accent1">
                <a:alpha val="80000"/>
              </a:schemeClr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9" name="Google Shape;39;p3"/>
          <p:cNvCxnSpPr/>
          <p:nvPr/>
        </p:nvCxnSpPr>
        <p:spPr>
          <a:xfrm rot="10800000">
            <a:off x="5242644" y="3247312"/>
            <a:ext cx="5836692" cy="1"/>
          </a:xfrm>
          <a:prstGeom prst="straightConnector1">
            <a:avLst/>
          </a:prstGeom>
          <a:noFill/>
          <a:ln cap="flat" cmpd="sng" w="9525">
            <a:solidFill>
              <a:schemeClr val="accent1">
                <a:alpha val="80000"/>
              </a:schemeClr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0" name="Google Shape;40;p3"/>
          <p:cNvCxnSpPr/>
          <p:nvPr/>
        </p:nvCxnSpPr>
        <p:spPr>
          <a:xfrm rot="10800000">
            <a:off x="5242644" y="4055513"/>
            <a:ext cx="5836692" cy="1"/>
          </a:xfrm>
          <a:prstGeom prst="straightConnector1">
            <a:avLst/>
          </a:prstGeom>
          <a:noFill/>
          <a:ln cap="flat" cmpd="sng" w="9525">
            <a:solidFill>
              <a:schemeClr val="accent1">
                <a:alpha val="80000"/>
              </a:schemeClr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1" name="Google Shape;41;p3"/>
          <p:cNvCxnSpPr/>
          <p:nvPr/>
        </p:nvCxnSpPr>
        <p:spPr>
          <a:xfrm rot="10800000">
            <a:off x="5242644" y="4863714"/>
            <a:ext cx="5836692" cy="1"/>
          </a:xfrm>
          <a:prstGeom prst="straightConnector1">
            <a:avLst/>
          </a:prstGeom>
          <a:noFill/>
          <a:ln cap="flat" cmpd="sng" w="9525">
            <a:solidFill>
              <a:schemeClr val="accent1">
                <a:alpha val="80000"/>
              </a:schemeClr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42" name="Google Shape;42;p3"/>
          <p:cNvSpPr txBox="1"/>
          <p:nvPr>
            <p:ph idx="9" type="body"/>
          </p:nvPr>
        </p:nvSpPr>
        <p:spPr>
          <a:xfrm>
            <a:off x="7142627" y="6566902"/>
            <a:ext cx="4862560" cy="20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descr="Arrow: Straight with solid fill" id="43" name="Google Shape;43;p3"/>
          <p:cNvSpPr/>
          <p:nvPr/>
        </p:nvSpPr>
        <p:spPr>
          <a:xfrm flipH="1">
            <a:off x="5264386" y="1859171"/>
            <a:ext cx="355363" cy="355363"/>
          </a:xfrm>
          <a:prstGeom prst="rect">
            <a:avLst/>
          </a:prstGeom>
          <a:noFill/>
          <a:ln>
            <a:noFill/>
          </a:ln>
        </p:spPr>
      </p:sp>
      <p:sp>
        <p:nvSpPr>
          <p:cNvPr descr="Arrow: Straight with solid fill" id="44" name="Google Shape;44;p3"/>
          <p:cNvSpPr/>
          <p:nvPr/>
        </p:nvSpPr>
        <p:spPr>
          <a:xfrm flipH="1">
            <a:off x="5264386" y="2666911"/>
            <a:ext cx="355363" cy="355363"/>
          </a:xfrm>
          <a:prstGeom prst="rect">
            <a:avLst/>
          </a:prstGeom>
          <a:noFill/>
          <a:ln>
            <a:noFill/>
          </a:ln>
        </p:spPr>
      </p:sp>
      <p:sp>
        <p:nvSpPr>
          <p:cNvPr descr="Arrow: Straight with solid fill" id="45" name="Google Shape;45;p3"/>
          <p:cNvSpPr/>
          <p:nvPr/>
        </p:nvSpPr>
        <p:spPr>
          <a:xfrm flipH="1">
            <a:off x="5264386" y="3473732"/>
            <a:ext cx="355363" cy="355363"/>
          </a:xfrm>
          <a:prstGeom prst="rect">
            <a:avLst/>
          </a:prstGeom>
          <a:noFill/>
          <a:ln>
            <a:noFill/>
          </a:ln>
        </p:spPr>
      </p:sp>
      <p:sp>
        <p:nvSpPr>
          <p:cNvPr descr="Arrow: Straight with solid fill" id="46" name="Google Shape;46;p3"/>
          <p:cNvSpPr/>
          <p:nvPr/>
        </p:nvSpPr>
        <p:spPr>
          <a:xfrm flipH="1">
            <a:off x="5264386" y="4282391"/>
            <a:ext cx="355363" cy="355363"/>
          </a:xfrm>
          <a:prstGeom prst="rect">
            <a:avLst/>
          </a:prstGeom>
          <a:noFill/>
          <a:ln>
            <a:noFill/>
          </a:ln>
        </p:spPr>
      </p:sp>
      <p:sp>
        <p:nvSpPr>
          <p:cNvPr descr="Arrow: Straight with solid fill" id="47" name="Google Shape;47;p3"/>
          <p:cNvSpPr/>
          <p:nvPr/>
        </p:nvSpPr>
        <p:spPr>
          <a:xfrm flipH="1">
            <a:off x="5264386" y="5084003"/>
            <a:ext cx="355363" cy="355363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8" name="Google Shape;48;p3"/>
          <p:cNvGrpSpPr/>
          <p:nvPr/>
        </p:nvGrpSpPr>
        <p:grpSpPr>
          <a:xfrm>
            <a:off x="0" y="6344554"/>
            <a:ext cx="9069309" cy="302872"/>
            <a:chOff x="0" y="10689312"/>
            <a:chExt cx="13090804" cy="437171"/>
          </a:xfrm>
        </p:grpSpPr>
        <p:grpSp>
          <p:nvGrpSpPr>
            <p:cNvPr id="49" name="Google Shape;49;p3"/>
            <p:cNvGrpSpPr/>
            <p:nvPr/>
          </p:nvGrpSpPr>
          <p:grpSpPr>
            <a:xfrm>
              <a:off x="0" y="10690041"/>
              <a:ext cx="858479" cy="435034"/>
              <a:chOff x="0" y="10690041"/>
              <a:chExt cx="858479" cy="435034"/>
            </a:xfrm>
          </p:grpSpPr>
          <p:sp>
            <p:nvSpPr>
              <p:cNvPr id="50" name="Google Shape;50;p3"/>
              <p:cNvSpPr/>
              <p:nvPr/>
            </p:nvSpPr>
            <p:spPr>
              <a:xfrm>
                <a:off x="0" y="10690548"/>
                <a:ext cx="423545" cy="423545"/>
              </a:xfrm>
              <a:custGeom>
                <a:rect b="b" l="l" r="r" t="t"/>
                <a:pathLst>
                  <a:path extrusionOk="0" h="423545" w="423545">
                    <a:moveTo>
                      <a:pt x="423265" y="76"/>
                    </a:moveTo>
                    <a:lnTo>
                      <a:pt x="0" y="112052"/>
                    </a:lnTo>
                    <a:lnTo>
                      <a:pt x="0" y="124612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265" y="76"/>
                    </a:moveTo>
                    <a:lnTo>
                      <a:pt x="0" y="149402"/>
                    </a:lnTo>
                    <a:lnTo>
                      <a:pt x="0" y="161963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341" y="38"/>
                    </a:moveTo>
                    <a:lnTo>
                      <a:pt x="0" y="74688"/>
                    </a:lnTo>
                    <a:lnTo>
                      <a:pt x="0" y="87236"/>
                    </a:lnTo>
                    <a:lnTo>
                      <a:pt x="423341" y="38"/>
                    </a:lnTo>
                    <a:close/>
                  </a:path>
                  <a:path extrusionOk="0" h="423545" w="423545">
                    <a:moveTo>
                      <a:pt x="423379" y="38"/>
                    </a:move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0"/>
                    </a:lnTo>
                    <a:lnTo>
                      <a:pt x="0" y="1252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50"/>
                    </a:lnTo>
                    <a:lnTo>
                      <a:pt x="0" y="4987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186753"/>
                    </a:lnTo>
                    <a:lnTo>
                      <a:pt x="0" y="19933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24091"/>
                    </a:lnTo>
                    <a:lnTo>
                      <a:pt x="0" y="23668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61454"/>
                    </a:lnTo>
                    <a:lnTo>
                      <a:pt x="0" y="27405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98805"/>
                    </a:lnTo>
                    <a:lnTo>
                      <a:pt x="0" y="311416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36143"/>
                    </a:lnTo>
                    <a:lnTo>
                      <a:pt x="0" y="348780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494"/>
                    </a:lnTo>
                    <a:lnTo>
                      <a:pt x="0" y="38614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410857"/>
                    </a:lnTo>
                    <a:lnTo>
                      <a:pt x="0" y="423506"/>
                    </a:lnTo>
                    <a:lnTo>
                      <a:pt x="423494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1" name="Google Shape;51;p3"/>
              <p:cNvSpPr/>
              <p:nvPr/>
            </p:nvSpPr>
            <p:spPr>
              <a:xfrm>
                <a:off x="423500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2" name="Google Shape;52;p3"/>
              <p:cNvSpPr/>
              <p:nvPr/>
            </p:nvSpPr>
            <p:spPr>
              <a:xfrm>
                <a:off x="423504" y="10690041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3" name="Google Shape;53;p3"/>
              <p:cNvSpPr/>
              <p:nvPr/>
            </p:nvSpPr>
            <p:spPr>
              <a:xfrm>
                <a:off x="423504" y="10845675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90" y="0"/>
                    </a:moveTo>
                    <a:lnTo>
                      <a:pt x="0" y="0"/>
                    </a:lnTo>
                    <a:lnTo>
                      <a:pt x="279090" y="279090"/>
                    </a:lnTo>
                    <a:lnTo>
                      <a:pt x="27909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4" name="Google Shape;54;p3"/>
              <p:cNvPicPr preferRelativeResize="0"/>
              <p:nvPr/>
            </p:nvPicPr>
            <p:blipFill rotWithShape="1">
              <a:blip r:embed="rId2">
                <a:alphaModFix/>
              </a:blip>
              <a:srcRect b="0" l="0" r="0" t="0"/>
              <a:stretch/>
            </p:blipFill>
            <p:spPr>
              <a:xfrm>
                <a:off x="423504" y="10845676"/>
                <a:ext cx="279086" cy="27908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" name="Google Shape;55;p3"/>
            <p:cNvGrpSpPr/>
            <p:nvPr/>
          </p:nvGrpSpPr>
          <p:grpSpPr>
            <a:xfrm>
              <a:off x="858215" y="10690040"/>
              <a:ext cx="1375914" cy="434977"/>
              <a:chOff x="858215" y="10690040"/>
              <a:chExt cx="1375914" cy="434977"/>
            </a:xfrm>
          </p:grpSpPr>
          <p:sp>
            <p:nvSpPr>
              <p:cNvPr id="56" name="Google Shape;56;p3"/>
              <p:cNvSpPr/>
              <p:nvPr/>
            </p:nvSpPr>
            <p:spPr>
              <a:xfrm>
                <a:off x="136443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7" name="Google Shape;57;p3"/>
              <p:cNvSpPr/>
              <p:nvPr/>
            </p:nvSpPr>
            <p:spPr>
              <a:xfrm>
                <a:off x="1364424" y="10720876"/>
                <a:ext cx="434975" cy="373379"/>
              </a:xfrm>
              <a:custGeom>
                <a:rect b="b" l="l" r="r" t="t"/>
                <a:pathLst>
                  <a:path extrusionOk="0" h="373379" w="434975">
                    <a:moveTo>
                      <a:pt x="66509" y="351472"/>
                    </a:moveTo>
                    <a:lnTo>
                      <a:pt x="29095" y="329869"/>
                    </a:lnTo>
                    <a:lnTo>
                      <a:pt x="29095" y="373062"/>
                    </a:lnTo>
                    <a:lnTo>
                      <a:pt x="66509" y="351472"/>
                    </a:lnTo>
                    <a:close/>
                  </a:path>
                  <a:path extrusionOk="0" h="373379" w="434975">
                    <a:moveTo>
                      <a:pt x="66509" y="21590"/>
                    </a:moveTo>
                    <a:lnTo>
                      <a:pt x="29095" y="0"/>
                    </a:lnTo>
                    <a:lnTo>
                      <a:pt x="29095" y="43192"/>
                    </a:lnTo>
                    <a:lnTo>
                      <a:pt x="66509" y="21590"/>
                    </a:lnTo>
                    <a:close/>
                  </a:path>
                  <a:path extrusionOk="0" h="373379" w="434975">
                    <a:moveTo>
                      <a:pt x="135178" y="351472"/>
                    </a:moveTo>
                    <a:lnTo>
                      <a:pt x="97764" y="329869"/>
                    </a:lnTo>
                    <a:lnTo>
                      <a:pt x="97764" y="373062"/>
                    </a:lnTo>
                    <a:lnTo>
                      <a:pt x="135178" y="351472"/>
                    </a:lnTo>
                    <a:close/>
                  </a:path>
                  <a:path extrusionOk="0" h="373379" w="434975">
                    <a:moveTo>
                      <a:pt x="135178" y="21590"/>
                    </a:moveTo>
                    <a:lnTo>
                      <a:pt x="97764" y="0"/>
                    </a:lnTo>
                    <a:lnTo>
                      <a:pt x="97764" y="43192"/>
                    </a:lnTo>
                    <a:lnTo>
                      <a:pt x="135178" y="21590"/>
                    </a:lnTo>
                    <a:close/>
                  </a:path>
                  <a:path extrusionOk="0" h="373379" w="434975">
                    <a:moveTo>
                      <a:pt x="203847" y="351472"/>
                    </a:moveTo>
                    <a:lnTo>
                      <a:pt x="166433" y="329869"/>
                    </a:lnTo>
                    <a:lnTo>
                      <a:pt x="166433" y="373062"/>
                    </a:lnTo>
                    <a:lnTo>
                      <a:pt x="203847" y="351472"/>
                    </a:lnTo>
                    <a:close/>
                  </a:path>
                  <a:path extrusionOk="0" h="373379" w="434975">
                    <a:moveTo>
                      <a:pt x="203847" y="21590"/>
                    </a:moveTo>
                    <a:lnTo>
                      <a:pt x="166433" y="0"/>
                    </a:lnTo>
                    <a:lnTo>
                      <a:pt x="166433" y="43192"/>
                    </a:lnTo>
                    <a:lnTo>
                      <a:pt x="203847" y="21590"/>
                    </a:lnTo>
                    <a:close/>
                  </a:path>
                  <a:path extrusionOk="0" h="373379" w="434975">
                    <a:moveTo>
                      <a:pt x="272516" y="351472"/>
                    </a:moveTo>
                    <a:lnTo>
                      <a:pt x="235102" y="329869"/>
                    </a:lnTo>
                    <a:lnTo>
                      <a:pt x="235102" y="373062"/>
                    </a:lnTo>
                    <a:lnTo>
                      <a:pt x="272516" y="351472"/>
                    </a:lnTo>
                    <a:close/>
                  </a:path>
                  <a:path extrusionOk="0" h="373379" w="434975">
                    <a:moveTo>
                      <a:pt x="272516" y="21590"/>
                    </a:moveTo>
                    <a:lnTo>
                      <a:pt x="235102" y="0"/>
                    </a:lnTo>
                    <a:lnTo>
                      <a:pt x="235102" y="43192"/>
                    </a:lnTo>
                    <a:lnTo>
                      <a:pt x="272516" y="21590"/>
                    </a:lnTo>
                    <a:close/>
                  </a:path>
                  <a:path extrusionOk="0" h="373379" w="434975">
                    <a:moveTo>
                      <a:pt x="341185" y="351472"/>
                    </a:moveTo>
                    <a:lnTo>
                      <a:pt x="303771" y="329869"/>
                    </a:lnTo>
                    <a:lnTo>
                      <a:pt x="303771" y="373062"/>
                    </a:lnTo>
                    <a:lnTo>
                      <a:pt x="341185" y="351472"/>
                    </a:lnTo>
                    <a:close/>
                  </a:path>
                  <a:path extrusionOk="0" h="373379" w="434975">
                    <a:moveTo>
                      <a:pt x="341185" y="21590"/>
                    </a:moveTo>
                    <a:lnTo>
                      <a:pt x="303771" y="0"/>
                    </a:lnTo>
                    <a:lnTo>
                      <a:pt x="303771" y="43192"/>
                    </a:lnTo>
                    <a:lnTo>
                      <a:pt x="341185" y="21590"/>
                    </a:lnTo>
                    <a:close/>
                  </a:path>
                  <a:path extrusionOk="0" h="373379" w="434975">
                    <a:moveTo>
                      <a:pt x="409854" y="351472"/>
                    </a:moveTo>
                    <a:lnTo>
                      <a:pt x="372440" y="329869"/>
                    </a:lnTo>
                    <a:lnTo>
                      <a:pt x="372440" y="373062"/>
                    </a:lnTo>
                    <a:lnTo>
                      <a:pt x="409854" y="351472"/>
                    </a:lnTo>
                    <a:close/>
                  </a:path>
                  <a:path extrusionOk="0" h="373379" w="434975">
                    <a:moveTo>
                      <a:pt x="409854" y="21590"/>
                    </a:moveTo>
                    <a:lnTo>
                      <a:pt x="372440" y="0"/>
                    </a:lnTo>
                    <a:lnTo>
                      <a:pt x="372440" y="43192"/>
                    </a:lnTo>
                    <a:lnTo>
                      <a:pt x="409854" y="21590"/>
                    </a:lnTo>
                    <a:close/>
                  </a:path>
                  <a:path extrusionOk="0" h="373379" w="434975">
                    <a:moveTo>
                      <a:pt x="434721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34721" y="305295"/>
                    </a:lnTo>
                    <a:lnTo>
                      <a:pt x="434721" y="272110"/>
                    </a:lnTo>
                    <a:close/>
                  </a:path>
                  <a:path extrusionOk="0" h="373379" w="434975">
                    <a:moveTo>
                      <a:pt x="434721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34721" y="237528"/>
                    </a:lnTo>
                    <a:lnTo>
                      <a:pt x="434721" y="204343"/>
                    </a:lnTo>
                    <a:close/>
                  </a:path>
                  <a:path extrusionOk="0" h="373379" w="434975">
                    <a:moveTo>
                      <a:pt x="434721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34721" y="169760"/>
                    </a:lnTo>
                    <a:lnTo>
                      <a:pt x="434721" y="136575"/>
                    </a:lnTo>
                    <a:close/>
                  </a:path>
                  <a:path extrusionOk="0" h="373379" w="434975">
                    <a:moveTo>
                      <a:pt x="434721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34721" y="101993"/>
                    </a:lnTo>
                    <a:lnTo>
                      <a:pt x="434721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" name="Google Shape;58;p3"/>
              <p:cNvSpPr/>
              <p:nvPr/>
            </p:nvSpPr>
            <p:spPr>
              <a:xfrm>
                <a:off x="179915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9" name="Google Shape;59;p3"/>
              <p:cNvSpPr/>
              <p:nvPr/>
            </p:nvSpPr>
            <p:spPr>
              <a:xfrm>
                <a:off x="1858370" y="10749260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60" name="Google Shape;60;p3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197253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1" name="Google Shape;61;p3"/>
              <p:cNvSpPr/>
              <p:nvPr/>
            </p:nvSpPr>
            <p:spPr>
              <a:xfrm>
                <a:off x="858220" y="10690042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2" name="Google Shape;62;p3"/>
              <p:cNvSpPr/>
              <p:nvPr/>
            </p:nvSpPr>
            <p:spPr>
              <a:xfrm>
                <a:off x="858215" y="10690040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63" name="Google Shape;63;p3"/>
            <p:cNvGrpSpPr/>
            <p:nvPr/>
          </p:nvGrpSpPr>
          <p:grpSpPr>
            <a:xfrm>
              <a:off x="2740081" y="10690766"/>
              <a:ext cx="869693" cy="434986"/>
              <a:chOff x="2740081" y="10690766"/>
              <a:chExt cx="869693" cy="434986"/>
            </a:xfrm>
          </p:grpSpPr>
          <p:sp>
            <p:nvSpPr>
              <p:cNvPr id="64" name="Google Shape;64;p3"/>
              <p:cNvSpPr/>
              <p:nvPr/>
            </p:nvSpPr>
            <p:spPr>
              <a:xfrm>
                <a:off x="317479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5" name="Google Shape;65;p3"/>
              <p:cNvSpPr/>
              <p:nvPr/>
            </p:nvSpPr>
            <p:spPr>
              <a:xfrm>
                <a:off x="3174797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0" y="0"/>
                    </a:lnTo>
                    <a:lnTo>
                      <a:pt x="148386" y="215874"/>
                    </a:lnTo>
                    <a:lnTo>
                      <a:pt x="0" y="434721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21" y="215874"/>
                    </a:moveTo>
                    <a:lnTo>
                      <a:pt x="0" y="0"/>
                    </a:lnTo>
                    <a:lnTo>
                      <a:pt x="286219" y="215874"/>
                    </a:lnTo>
                    <a:lnTo>
                      <a:pt x="0" y="434721"/>
                    </a:lnTo>
                    <a:lnTo>
                      <a:pt x="434721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6" name="Google Shape;66;p3"/>
              <p:cNvSpPr/>
              <p:nvPr/>
            </p:nvSpPr>
            <p:spPr>
              <a:xfrm>
                <a:off x="2740081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7" name="Google Shape;67;p3"/>
              <p:cNvSpPr/>
              <p:nvPr/>
            </p:nvSpPr>
            <p:spPr>
              <a:xfrm>
                <a:off x="2820586" y="10771274"/>
                <a:ext cx="274319" cy="274320"/>
              </a:xfrm>
              <a:custGeom>
                <a:rect b="b" l="l" r="r" t="t"/>
                <a:pathLst>
                  <a:path extrusionOk="0" h="274320" w="274319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8" name="Google Shape;68;p3"/>
              <p:cNvSpPr/>
              <p:nvPr/>
            </p:nvSpPr>
            <p:spPr>
              <a:xfrm>
                <a:off x="2904819" y="10827568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69" name="Google Shape;69;p3"/>
            <p:cNvGrpSpPr/>
            <p:nvPr/>
          </p:nvGrpSpPr>
          <p:grpSpPr>
            <a:xfrm>
              <a:off x="2233866" y="10689316"/>
              <a:ext cx="506730" cy="434975"/>
              <a:chOff x="2233866" y="10689316"/>
              <a:chExt cx="506730" cy="434975"/>
            </a:xfrm>
          </p:grpSpPr>
          <p:sp>
            <p:nvSpPr>
              <p:cNvPr id="70" name="Google Shape;70;p3"/>
              <p:cNvSpPr/>
              <p:nvPr/>
            </p:nvSpPr>
            <p:spPr>
              <a:xfrm>
                <a:off x="2233866" y="10689316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71" name="Google Shape;71;p3"/>
              <p:cNvSpPr/>
              <p:nvPr/>
            </p:nvSpPr>
            <p:spPr>
              <a:xfrm>
                <a:off x="2430364" y="10826784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72" name="Google Shape;72;p3"/>
            <p:cNvSpPr/>
            <p:nvPr/>
          </p:nvSpPr>
          <p:spPr>
            <a:xfrm>
              <a:off x="6796786" y="10691450"/>
              <a:ext cx="436245" cy="434975"/>
            </a:xfrm>
            <a:custGeom>
              <a:rect b="b" l="l" r="r" t="t"/>
              <a:pathLst>
                <a:path extrusionOk="0" h="434975" w="436245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5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5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5">
                  <a:moveTo>
                    <a:pt x="435978" y="101"/>
                  </a:moveTo>
                  <a:close/>
                </a:path>
                <a:path extrusionOk="0" h="434975" w="436245">
                  <a:moveTo>
                    <a:pt x="435978" y="50"/>
                  </a:move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5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73" name="Google Shape;73;p3"/>
            <p:cNvGrpSpPr/>
            <p:nvPr/>
          </p:nvGrpSpPr>
          <p:grpSpPr>
            <a:xfrm>
              <a:off x="4987111" y="10691448"/>
              <a:ext cx="869699" cy="434990"/>
              <a:chOff x="4987111" y="10691448"/>
              <a:chExt cx="869699" cy="434990"/>
            </a:xfrm>
          </p:grpSpPr>
          <p:sp>
            <p:nvSpPr>
              <p:cNvPr id="74" name="Google Shape;74;p3"/>
              <p:cNvSpPr/>
              <p:nvPr/>
            </p:nvSpPr>
            <p:spPr>
              <a:xfrm>
                <a:off x="5421835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75" name="Google Shape;75;p3"/>
              <p:cNvSpPr/>
              <p:nvPr/>
            </p:nvSpPr>
            <p:spPr>
              <a:xfrm>
                <a:off x="5421820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58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58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12" y="0"/>
                    </a:lnTo>
                    <a:lnTo>
                      <a:pt x="148399" y="215861"/>
                    </a:lnTo>
                    <a:lnTo>
                      <a:pt x="12" y="434721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12" y="0"/>
                    </a:lnTo>
                    <a:lnTo>
                      <a:pt x="286232" y="215861"/>
                    </a:lnTo>
                    <a:lnTo>
                      <a:pt x="12" y="434721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76" name="Google Shape;76;p3"/>
              <p:cNvSpPr/>
              <p:nvPr/>
            </p:nvSpPr>
            <p:spPr>
              <a:xfrm>
                <a:off x="498711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77" name="Google Shape;77;p3"/>
              <p:cNvSpPr/>
              <p:nvPr/>
            </p:nvSpPr>
            <p:spPr>
              <a:xfrm>
                <a:off x="5067620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78" name="Google Shape;78;p3"/>
              <p:cNvSpPr/>
              <p:nvPr/>
            </p:nvSpPr>
            <p:spPr>
              <a:xfrm>
                <a:off x="5151854" y="10828250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79" name="Google Shape;79;p3"/>
            <p:cNvGrpSpPr/>
            <p:nvPr/>
          </p:nvGrpSpPr>
          <p:grpSpPr>
            <a:xfrm>
              <a:off x="4046184" y="10690002"/>
              <a:ext cx="941448" cy="436346"/>
              <a:chOff x="4046184" y="10690002"/>
              <a:chExt cx="941448" cy="436346"/>
            </a:xfrm>
          </p:grpSpPr>
          <p:sp>
            <p:nvSpPr>
              <p:cNvPr id="80" name="Google Shape;80;p3"/>
              <p:cNvSpPr/>
              <p:nvPr/>
            </p:nvSpPr>
            <p:spPr>
              <a:xfrm>
                <a:off x="4046868" y="10691373"/>
                <a:ext cx="434339" cy="434975"/>
              </a:xfrm>
              <a:custGeom>
                <a:rect b="b" l="l" r="r" t="t"/>
                <a:pathLst>
                  <a:path extrusionOk="0" h="434975" w="434339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81" name="Google Shape;81;p3"/>
              <p:cNvSpPr/>
              <p:nvPr/>
            </p:nvSpPr>
            <p:spPr>
              <a:xfrm>
                <a:off x="4046184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82" name="Google Shape;82;p3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404619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3" name="Google Shape;83;p3"/>
              <p:cNvSpPr/>
              <p:nvPr/>
            </p:nvSpPr>
            <p:spPr>
              <a:xfrm>
                <a:off x="4480903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84" name="Google Shape;84;p3"/>
              <p:cNvSpPr/>
              <p:nvPr/>
            </p:nvSpPr>
            <p:spPr>
              <a:xfrm>
                <a:off x="4677400" y="10827465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85" name="Google Shape;85;p3"/>
            <p:cNvGrpSpPr/>
            <p:nvPr/>
          </p:nvGrpSpPr>
          <p:grpSpPr>
            <a:xfrm>
              <a:off x="5856551" y="10691448"/>
              <a:ext cx="941449" cy="435035"/>
              <a:chOff x="5856551" y="10691448"/>
              <a:chExt cx="941449" cy="435035"/>
            </a:xfrm>
          </p:grpSpPr>
          <p:sp>
            <p:nvSpPr>
              <p:cNvPr id="86" name="Google Shape;86;p3"/>
              <p:cNvSpPr/>
              <p:nvPr/>
            </p:nvSpPr>
            <p:spPr>
              <a:xfrm>
                <a:off x="585655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87" name="Google Shape;87;p3"/>
              <p:cNvSpPr/>
              <p:nvPr/>
            </p:nvSpPr>
            <p:spPr>
              <a:xfrm>
                <a:off x="585655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88" name="Google Shape;88;p3"/>
              <p:cNvSpPr/>
              <p:nvPr/>
            </p:nvSpPr>
            <p:spPr>
              <a:xfrm>
                <a:off x="5856558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89" name="Google Shape;89;p3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5856556" y="10847083"/>
                <a:ext cx="279083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0" name="Google Shape;90;p3"/>
              <p:cNvSpPr/>
              <p:nvPr/>
            </p:nvSpPr>
            <p:spPr>
              <a:xfrm>
                <a:off x="6291271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91" name="Google Shape;91;p3"/>
              <p:cNvSpPr/>
              <p:nvPr/>
            </p:nvSpPr>
            <p:spPr>
              <a:xfrm>
                <a:off x="6291262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92" name="Google Shape;92;p3"/>
            <p:cNvGrpSpPr/>
            <p:nvPr/>
          </p:nvGrpSpPr>
          <p:grpSpPr>
            <a:xfrm>
              <a:off x="3611467" y="10689312"/>
              <a:ext cx="434975" cy="434975"/>
              <a:chOff x="3611467" y="10689312"/>
              <a:chExt cx="434975" cy="434975"/>
            </a:xfrm>
          </p:grpSpPr>
          <p:sp>
            <p:nvSpPr>
              <p:cNvPr id="93" name="Google Shape;93;p3"/>
              <p:cNvSpPr/>
              <p:nvPr/>
            </p:nvSpPr>
            <p:spPr>
              <a:xfrm>
                <a:off x="3611467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94" name="Google Shape;94;p3"/>
              <p:cNvSpPr/>
              <p:nvPr/>
            </p:nvSpPr>
            <p:spPr>
              <a:xfrm>
                <a:off x="3670685" y="10748534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95" name="Google Shape;95;p3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78485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96" name="Google Shape;96;p3"/>
            <p:cNvGrpSpPr/>
            <p:nvPr/>
          </p:nvGrpSpPr>
          <p:grpSpPr>
            <a:xfrm>
              <a:off x="7228599" y="10690042"/>
              <a:ext cx="863299" cy="434975"/>
              <a:chOff x="7228599" y="10690042"/>
              <a:chExt cx="863299" cy="434975"/>
            </a:xfrm>
          </p:grpSpPr>
          <p:sp>
            <p:nvSpPr>
              <p:cNvPr id="97" name="Google Shape;97;p3"/>
              <p:cNvSpPr/>
              <p:nvPr/>
            </p:nvSpPr>
            <p:spPr>
              <a:xfrm>
                <a:off x="7228602" y="10690042"/>
                <a:ext cx="428625" cy="434975"/>
              </a:xfrm>
              <a:custGeom>
                <a:rect b="b" l="l" r="r" t="t"/>
                <a:pathLst>
                  <a:path extrusionOk="0" h="434975" w="428625">
                    <a:moveTo>
                      <a:pt x="428320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28320" y="434719"/>
                    </a:lnTo>
                    <a:lnTo>
                      <a:pt x="42832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98" name="Google Shape;98;p3"/>
              <p:cNvSpPr/>
              <p:nvPr/>
            </p:nvSpPr>
            <p:spPr>
              <a:xfrm>
                <a:off x="7228599" y="10720876"/>
                <a:ext cx="428625" cy="373379"/>
              </a:xfrm>
              <a:custGeom>
                <a:rect b="b" l="l" r="r" t="t"/>
                <a:pathLst>
                  <a:path extrusionOk="0" h="373379" w="428625">
                    <a:moveTo>
                      <a:pt x="60096" y="351472"/>
                    </a:moveTo>
                    <a:lnTo>
                      <a:pt x="22682" y="329869"/>
                    </a:lnTo>
                    <a:lnTo>
                      <a:pt x="22682" y="373062"/>
                    </a:lnTo>
                    <a:lnTo>
                      <a:pt x="60096" y="351472"/>
                    </a:lnTo>
                    <a:close/>
                  </a:path>
                  <a:path extrusionOk="0" h="373379" w="428625">
                    <a:moveTo>
                      <a:pt x="60096" y="21590"/>
                    </a:moveTo>
                    <a:lnTo>
                      <a:pt x="22682" y="0"/>
                    </a:lnTo>
                    <a:lnTo>
                      <a:pt x="22682" y="43192"/>
                    </a:lnTo>
                    <a:lnTo>
                      <a:pt x="60096" y="21590"/>
                    </a:lnTo>
                    <a:close/>
                  </a:path>
                  <a:path extrusionOk="0" h="373379" w="428625">
                    <a:moveTo>
                      <a:pt x="128765" y="351472"/>
                    </a:moveTo>
                    <a:lnTo>
                      <a:pt x="91351" y="329869"/>
                    </a:lnTo>
                    <a:lnTo>
                      <a:pt x="91351" y="373062"/>
                    </a:lnTo>
                    <a:lnTo>
                      <a:pt x="128765" y="351472"/>
                    </a:lnTo>
                    <a:close/>
                  </a:path>
                  <a:path extrusionOk="0" h="373379" w="428625">
                    <a:moveTo>
                      <a:pt x="128765" y="21590"/>
                    </a:moveTo>
                    <a:lnTo>
                      <a:pt x="91351" y="0"/>
                    </a:lnTo>
                    <a:lnTo>
                      <a:pt x="91351" y="43192"/>
                    </a:lnTo>
                    <a:lnTo>
                      <a:pt x="128765" y="21590"/>
                    </a:lnTo>
                    <a:close/>
                  </a:path>
                  <a:path extrusionOk="0" h="373379" w="428625">
                    <a:moveTo>
                      <a:pt x="197434" y="351472"/>
                    </a:moveTo>
                    <a:lnTo>
                      <a:pt x="160032" y="329869"/>
                    </a:lnTo>
                    <a:lnTo>
                      <a:pt x="160032" y="373062"/>
                    </a:lnTo>
                    <a:lnTo>
                      <a:pt x="197434" y="351472"/>
                    </a:lnTo>
                    <a:close/>
                  </a:path>
                  <a:path extrusionOk="0" h="373379" w="428625">
                    <a:moveTo>
                      <a:pt x="197434" y="21590"/>
                    </a:moveTo>
                    <a:lnTo>
                      <a:pt x="160032" y="0"/>
                    </a:lnTo>
                    <a:lnTo>
                      <a:pt x="160032" y="43192"/>
                    </a:lnTo>
                    <a:lnTo>
                      <a:pt x="197434" y="21590"/>
                    </a:lnTo>
                    <a:close/>
                  </a:path>
                  <a:path extrusionOk="0" h="373379" w="428625">
                    <a:moveTo>
                      <a:pt x="266103" y="351472"/>
                    </a:moveTo>
                    <a:lnTo>
                      <a:pt x="228701" y="329869"/>
                    </a:lnTo>
                    <a:lnTo>
                      <a:pt x="228701" y="373062"/>
                    </a:lnTo>
                    <a:lnTo>
                      <a:pt x="266103" y="351472"/>
                    </a:lnTo>
                    <a:close/>
                  </a:path>
                  <a:path extrusionOk="0" h="373379" w="428625">
                    <a:moveTo>
                      <a:pt x="266103" y="21590"/>
                    </a:moveTo>
                    <a:lnTo>
                      <a:pt x="228701" y="0"/>
                    </a:lnTo>
                    <a:lnTo>
                      <a:pt x="228701" y="43192"/>
                    </a:lnTo>
                    <a:lnTo>
                      <a:pt x="266103" y="21590"/>
                    </a:lnTo>
                    <a:close/>
                  </a:path>
                  <a:path extrusionOk="0" h="373379" w="428625">
                    <a:moveTo>
                      <a:pt x="334784" y="351472"/>
                    </a:moveTo>
                    <a:lnTo>
                      <a:pt x="297370" y="329869"/>
                    </a:lnTo>
                    <a:lnTo>
                      <a:pt x="297370" y="373062"/>
                    </a:lnTo>
                    <a:lnTo>
                      <a:pt x="334784" y="351472"/>
                    </a:lnTo>
                    <a:close/>
                  </a:path>
                  <a:path extrusionOk="0" h="373379" w="428625">
                    <a:moveTo>
                      <a:pt x="334784" y="21590"/>
                    </a:moveTo>
                    <a:lnTo>
                      <a:pt x="297370" y="0"/>
                    </a:lnTo>
                    <a:lnTo>
                      <a:pt x="297370" y="43192"/>
                    </a:lnTo>
                    <a:lnTo>
                      <a:pt x="334784" y="21590"/>
                    </a:lnTo>
                    <a:close/>
                  </a:path>
                  <a:path extrusionOk="0" h="373379" w="428625">
                    <a:moveTo>
                      <a:pt x="403453" y="351472"/>
                    </a:moveTo>
                    <a:lnTo>
                      <a:pt x="366039" y="329869"/>
                    </a:lnTo>
                    <a:lnTo>
                      <a:pt x="366039" y="373062"/>
                    </a:lnTo>
                    <a:lnTo>
                      <a:pt x="403453" y="351472"/>
                    </a:lnTo>
                    <a:close/>
                  </a:path>
                  <a:path extrusionOk="0" h="373379" w="428625">
                    <a:moveTo>
                      <a:pt x="403453" y="21590"/>
                    </a:moveTo>
                    <a:lnTo>
                      <a:pt x="366039" y="0"/>
                    </a:lnTo>
                    <a:lnTo>
                      <a:pt x="366039" y="43192"/>
                    </a:lnTo>
                    <a:lnTo>
                      <a:pt x="403453" y="21590"/>
                    </a:lnTo>
                    <a:close/>
                  </a:path>
                  <a:path extrusionOk="0" h="373379" w="428625">
                    <a:moveTo>
                      <a:pt x="428320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28320" y="305295"/>
                    </a:lnTo>
                    <a:lnTo>
                      <a:pt x="428320" y="272110"/>
                    </a:lnTo>
                    <a:close/>
                  </a:path>
                  <a:path extrusionOk="0" h="373379" w="428625">
                    <a:moveTo>
                      <a:pt x="428320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28320" y="237528"/>
                    </a:lnTo>
                    <a:lnTo>
                      <a:pt x="428320" y="204343"/>
                    </a:lnTo>
                    <a:close/>
                  </a:path>
                  <a:path extrusionOk="0" h="373379" w="428625">
                    <a:moveTo>
                      <a:pt x="428320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28320" y="169760"/>
                    </a:lnTo>
                    <a:lnTo>
                      <a:pt x="428320" y="136575"/>
                    </a:lnTo>
                    <a:close/>
                  </a:path>
                  <a:path extrusionOk="0" h="373379" w="428625">
                    <a:moveTo>
                      <a:pt x="428320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28320" y="101993"/>
                    </a:lnTo>
                    <a:lnTo>
                      <a:pt x="428320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99" name="Google Shape;99;p3"/>
              <p:cNvSpPr/>
              <p:nvPr/>
            </p:nvSpPr>
            <p:spPr>
              <a:xfrm>
                <a:off x="7656923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00" name="Google Shape;100;p3"/>
              <p:cNvSpPr/>
              <p:nvPr/>
            </p:nvSpPr>
            <p:spPr>
              <a:xfrm>
                <a:off x="7716139" y="10749260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01" name="Google Shape;101;p3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783030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02" name="Google Shape;102;p3"/>
            <p:cNvGrpSpPr/>
            <p:nvPr/>
          </p:nvGrpSpPr>
          <p:grpSpPr>
            <a:xfrm>
              <a:off x="8597850" y="10690766"/>
              <a:ext cx="869695" cy="434986"/>
              <a:chOff x="8597850" y="10690766"/>
              <a:chExt cx="869695" cy="434986"/>
            </a:xfrm>
          </p:grpSpPr>
          <p:sp>
            <p:nvSpPr>
              <p:cNvPr id="103" name="Google Shape;103;p3"/>
              <p:cNvSpPr/>
              <p:nvPr/>
            </p:nvSpPr>
            <p:spPr>
              <a:xfrm>
                <a:off x="903256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04" name="Google Shape;104;p3"/>
              <p:cNvSpPr/>
              <p:nvPr/>
            </p:nvSpPr>
            <p:spPr>
              <a:xfrm>
                <a:off x="9032570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38" y="50"/>
                    </a:lnTo>
                    <a:lnTo>
                      <a:pt x="148374" y="215874"/>
                    </a:lnTo>
                    <a:lnTo>
                      <a:pt x="38" y="434682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08" y="215874"/>
                    </a:moveTo>
                    <a:lnTo>
                      <a:pt x="38" y="50"/>
                    </a:lnTo>
                    <a:lnTo>
                      <a:pt x="286219" y="215874"/>
                    </a:lnTo>
                    <a:lnTo>
                      <a:pt x="38" y="434682"/>
                    </a:lnTo>
                    <a:lnTo>
                      <a:pt x="434708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05" name="Google Shape;105;p3"/>
              <p:cNvSpPr/>
              <p:nvPr/>
            </p:nvSpPr>
            <p:spPr>
              <a:xfrm>
                <a:off x="8597850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06" name="Google Shape;106;p3"/>
              <p:cNvSpPr/>
              <p:nvPr/>
            </p:nvSpPr>
            <p:spPr>
              <a:xfrm>
                <a:off x="8678355" y="10771274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07" name="Google Shape;107;p3"/>
              <p:cNvSpPr/>
              <p:nvPr/>
            </p:nvSpPr>
            <p:spPr>
              <a:xfrm>
                <a:off x="8762588" y="10827568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08" name="Google Shape;108;p3"/>
            <p:cNvGrpSpPr/>
            <p:nvPr/>
          </p:nvGrpSpPr>
          <p:grpSpPr>
            <a:xfrm>
              <a:off x="8091640" y="10689316"/>
              <a:ext cx="506729" cy="434975"/>
              <a:chOff x="8091640" y="10689316"/>
              <a:chExt cx="506729" cy="434975"/>
            </a:xfrm>
          </p:grpSpPr>
          <p:sp>
            <p:nvSpPr>
              <p:cNvPr id="109" name="Google Shape;109;p3"/>
              <p:cNvSpPr/>
              <p:nvPr/>
            </p:nvSpPr>
            <p:spPr>
              <a:xfrm>
                <a:off x="8091640" y="10689316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10" name="Google Shape;110;p3"/>
              <p:cNvSpPr/>
              <p:nvPr/>
            </p:nvSpPr>
            <p:spPr>
              <a:xfrm>
                <a:off x="8288134" y="10826784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111" name="Google Shape;111;p3"/>
            <p:cNvSpPr/>
            <p:nvPr/>
          </p:nvSpPr>
          <p:spPr>
            <a:xfrm>
              <a:off x="12654560" y="10691450"/>
              <a:ext cx="436244" cy="434975"/>
            </a:xfrm>
            <a:custGeom>
              <a:rect b="b" l="l" r="r" t="t"/>
              <a:pathLst>
                <a:path extrusionOk="0" h="434975" w="436244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4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4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4">
                  <a:moveTo>
                    <a:pt x="435978" y="101"/>
                  </a:moveTo>
                  <a:close/>
                </a:path>
                <a:path extrusionOk="0" h="434975" w="436244">
                  <a:moveTo>
                    <a:pt x="435978" y="50"/>
                  </a:move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4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112" name="Google Shape;112;p3"/>
            <p:cNvGrpSpPr/>
            <p:nvPr/>
          </p:nvGrpSpPr>
          <p:grpSpPr>
            <a:xfrm>
              <a:off x="10844884" y="10691448"/>
              <a:ext cx="869695" cy="434990"/>
              <a:chOff x="10844884" y="10691448"/>
              <a:chExt cx="869695" cy="434990"/>
            </a:xfrm>
          </p:grpSpPr>
          <p:sp>
            <p:nvSpPr>
              <p:cNvPr id="113" name="Google Shape;113;p3"/>
              <p:cNvSpPr/>
              <p:nvPr/>
            </p:nvSpPr>
            <p:spPr>
              <a:xfrm>
                <a:off x="1127960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14" name="Google Shape;114;p3"/>
              <p:cNvSpPr/>
              <p:nvPr/>
            </p:nvSpPr>
            <p:spPr>
              <a:xfrm>
                <a:off x="11279594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46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46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50" y="50"/>
                    </a:lnTo>
                    <a:lnTo>
                      <a:pt x="148399" y="215861"/>
                    </a:lnTo>
                    <a:lnTo>
                      <a:pt x="50" y="434682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50" y="50"/>
                    </a:lnTo>
                    <a:lnTo>
                      <a:pt x="286219" y="215861"/>
                    </a:lnTo>
                    <a:lnTo>
                      <a:pt x="50" y="434682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15" name="Google Shape;115;p3"/>
              <p:cNvSpPr/>
              <p:nvPr/>
            </p:nvSpPr>
            <p:spPr>
              <a:xfrm>
                <a:off x="1084488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16" name="Google Shape;116;p3"/>
              <p:cNvSpPr/>
              <p:nvPr/>
            </p:nvSpPr>
            <p:spPr>
              <a:xfrm>
                <a:off x="10925395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17" name="Google Shape;117;p3"/>
              <p:cNvSpPr/>
              <p:nvPr/>
            </p:nvSpPr>
            <p:spPr>
              <a:xfrm>
                <a:off x="11009622" y="10828250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18" name="Google Shape;118;p3"/>
            <p:cNvGrpSpPr/>
            <p:nvPr/>
          </p:nvGrpSpPr>
          <p:grpSpPr>
            <a:xfrm>
              <a:off x="9903955" y="10690002"/>
              <a:ext cx="941450" cy="436346"/>
              <a:chOff x="9903955" y="10690002"/>
              <a:chExt cx="941450" cy="436346"/>
            </a:xfrm>
          </p:grpSpPr>
          <p:sp>
            <p:nvSpPr>
              <p:cNvPr id="119" name="Google Shape;119;p3"/>
              <p:cNvSpPr/>
              <p:nvPr/>
            </p:nvSpPr>
            <p:spPr>
              <a:xfrm>
                <a:off x="9904638" y="10691373"/>
                <a:ext cx="434340" cy="434975"/>
              </a:xfrm>
              <a:custGeom>
                <a:rect b="b" l="l" r="r" t="t"/>
                <a:pathLst>
                  <a:path extrusionOk="0" h="434975" w="434340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20" name="Google Shape;120;p3"/>
              <p:cNvSpPr/>
              <p:nvPr/>
            </p:nvSpPr>
            <p:spPr>
              <a:xfrm>
                <a:off x="9903955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21" name="Google Shape;121;p3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990396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22" name="Google Shape;122;p3"/>
              <p:cNvSpPr/>
              <p:nvPr/>
            </p:nvSpPr>
            <p:spPr>
              <a:xfrm>
                <a:off x="10338676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196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196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23" name="Google Shape;123;p3"/>
              <p:cNvSpPr/>
              <p:nvPr/>
            </p:nvSpPr>
            <p:spPr>
              <a:xfrm>
                <a:off x="10535166" y="10827465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24" name="Google Shape;124;p3"/>
            <p:cNvGrpSpPr/>
            <p:nvPr/>
          </p:nvGrpSpPr>
          <p:grpSpPr>
            <a:xfrm>
              <a:off x="11714323" y="10691448"/>
              <a:ext cx="941449" cy="435035"/>
              <a:chOff x="11714323" y="10691448"/>
              <a:chExt cx="941449" cy="435035"/>
            </a:xfrm>
          </p:grpSpPr>
          <p:sp>
            <p:nvSpPr>
              <p:cNvPr id="125" name="Google Shape;125;p3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26" name="Google Shape;126;p3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27" name="Google Shape;127;p3"/>
              <p:cNvSpPr/>
              <p:nvPr/>
            </p:nvSpPr>
            <p:spPr>
              <a:xfrm>
                <a:off x="11714323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28" name="Google Shape;128;p3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11714323" y="10847083"/>
                <a:ext cx="279090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29" name="Google Shape;129;p3"/>
              <p:cNvSpPr/>
              <p:nvPr/>
            </p:nvSpPr>
            <p:spPr>
              <a:xfrm>
                <a:off x="12149043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30" name="Google Shape;130;p3"/>
              <p:cNvSpPr/>
              <p:nvPr/>
            </p:nvSpPr>
            <p:spPr>
              <a:xfrm>
                <a:off x="12149036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31" name="Google Shape;131;p3"/>
            <p:cNvGrpSpPr/>
            <p:nvPr/>
          </p:nvGrpSpPr>
          <p:grpSpPr>
            <a:xfrm>
              <a:off x="9469238" y="10689312"/>
              <a:ext cx="434975" cy="434975"/>
              <a:chOff x="9469238" y="10689312"/>
              <a:chExt cx="434975" cy="434975"/>
            </a:xfrm>
          </p:grpSpPr>
          <p:sp>
            <p:nvSpPr>
              <p:cNvPr id="132" name="Google Shape;132;p3"/>
              <p:cNvSpPr/>
              <p:nvPr/>
            </p:nvSpPr>
            <p:spPr>
              <a:xfrm>
                <a:off x="9469238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33" name="Google Shape;133;p3"/>
              <p:cNvSpPr/>
              <p:nvPr/>
            </p:nvSpPr>
            <p:spPr>
              <a:xfrm>
                <a:off x="9528455" y="10748534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34" name="Google Shape;134;p3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964262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  <p:transition spd="slow">
    <p:push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4"/>
          <p:cNvSpPr txBox="1"/>
          <p:nvPr>
            <p:ph idx="1" type="body"/>
          </p:nvPr>
        </p:nvSpPr>
        <p:spPr>
          <a:xfrm>
            <a:off x="271253" y="833140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accen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37" name="Google Shape;137;p4"/>
          <p:cNvSpPr txBox="1"/>
          <p:nvPr>
            <p:ph idx="2" type="body"/>
          </p:nvPr>
        </p:nvSpPr>
        <p:spPr>
          <a:xfrm>
            <a:off x="271254" y="558655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38" name="Google Shape;138;p4"/>
          <p:cNvSpPr txBox="1"/>
          <p:nvPr>
            <p:ph idx="3" type="body"/>
          </p:nvPr>
        </p:nvSpPr>
        <p:spPr>
          <a:xfrm>
            <a:off x="813514" y="2249093"/>
            <a:ext cx="3311918" cy="27197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3BA2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8A3BA2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39" name="Google Shape;139;p4"/>
          <p:cNvSpPr txBox="1"/>
          <p:nvPr>
            <p:ph idx="4" type="body"/>
          </p:nvPr>
        </p:nvSpPr>
        <p:spPr>
          <a:xfrm>
            <a:off x="4823917" y="2249092"/>
            <a:ext cx="6091569" cy="27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17500" lvl="0" marL="457200" marR="0" rtl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40" name="Google Shape;140;p4"/>
          <p:cNvSpPr txBox="1"/>
          <p:nvPr>
            <p:ph idx="5" type="body"/>
          </p:nvPr>
        </p:nvSpPr>
        <p:spPr>
          <a:xfrm>
            <a:off x="7142627" y="6566902"/>
            <a:ext cx="4862560" cy="20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141" name="Google Shape;141;p4"/>
          <p:cNvGrpSpPr/>
          <p:nvPr/>
        </p:nvGrpSpPr>
        <p:grpSpPr>
          <a:xfrm>
            <a:off x="0" y="6344554"/>
            <a:ext cx="9069309" cy="302872"/>
            <a:chOff x="0" y="10689312"/>
            <a:chExt cx="13090804" cy="437171"/>
          </a:xfrm>
        </p:grpSpPr>
        <p:grpSp>
          <p:nvGrpSpPr>
            <p:cNvPr id="142" name="Google Shape;142;p4"/>
            <p:cNvGrpSpPr/>
            <p:nvPr/>
          </p:nvGrpSpPr>
          <p:grpSpPr>
            <a:xfrm>
              <a:off x="0" y="10690041"/>
              <a:ext cx="858479" cy="435034"/>
              <a:chOff x="0" y="10690041"/>
              <a:chExt cx="858479" cy="435034"/>
            </a:xfrm>
          </p:grpSpPr>
          <p:sp>
            <p:nvSpPr>
              <p:cNvPr id="143" name="Google Shape;143;p4"/>
              <p:cNvSpPr/>
              <p:nvPr/>
            </p:nvSpPr>
            <p:spPr>
              <a:xfrm>
                <a:off x="0" y="10690548"/>
                <a:ext cx="423545" cy="423545"/>
              </a:xfrm>
              <a:custGeom>
                <a:rect b="b" l="l" r="r" t="t"/>
                <a:pathLst>
                  <a:path extrusionOk="0" h="423545" w="423545">
                    <a:moveTo>
                      <a:pt x="423265" y="76"/>
                    </a:moveTo>
                    <a:lnTo>
                      <a:pt x="0" y="112052"/>
                    </a:lnTo>
                    <a:lnTo>
                      <a:pt x="0" y="124612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265" y="76"/>
                    </a:moveTo>
                    <a:lnTo>
                      <a:pt x="0" y="149402"/>
                    </a:lnTo>
                    <a:lnTo>
                      <a:pt x="0" y="161963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341" y="38"/>
                    </a:moveTo>
                    <a:lnTo>
                      <a:pt x="0" y="74688"/>
                    </a:lnTo>
                    <a:lnTo>
                      <a:pt x="0" y="87236"/>
                    </a:lnTo>
                    <a:lnTo>
                      <a:pt x="423341" y="38"/>
                    </a:lnTo>
                    <a:close/>
                  </a:path>
                  <a:path extrusionOk="0" h="423545" w="423545">
                    <a:moveTo>
                      <a:pt x="423379" y="38"/>
                    </a:move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0"/>
                    </a:lnTo>
                    <a:lnTo>
                      <a:pt x="0" y="1252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50"/>
                    </a:lnTo>
                    <a:lnTo>
                      <a:pt x="0" y="4987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186753"/>
                    </a:lnTo>
                    <a:lnTo>
                      <a:pt x="0" y="19933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24091"/>
                    </a:lnTo>
                    <a:lnTo>
                      <a:pt x="0" y="23668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61454"/>
                    </a:lnTo>
                    <a:lnTo>
                      <a:pt x="0" y="27405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98805"/>
                    </a:lnTo>
                    <a:lnTo>
                      <a:pt x="0" y="311416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36143"/>
                    </a:lnTo>
                    <a:lnTo>
                      <a:pt x="0" y="348780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494"/>
                    </a:lnTo>
                    <a:lnTo>
                      <a:pt x="0" y="38614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410857"/>
                    </a:lnTo>
                    <a:lnTo>
                      <a:pt x="0" y="423506"/>
                    </a:lnTo>
                    <a:lnTo>
                      <a:pt x="423494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44" name="Google Shape;144;p4"/>
              <p:cNvSpPr/>
              <p:nvPr/>
            </p:nvSpPr>
            <p:spPr>
              <a:xfrm>
                <a:off x="423500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45" name="Google Shape;145;p4"/>
              <p:cNvSpPr/>
              <p:nvPr/>
            </p:nvSpPr>
            <p:spPr>
              <a:xfrm>
                <a:off x="423504" y="10690041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46" name="Google Shape;146;p4"/>
              <p:cNvSpPr/>
              <p:nvPr/>
            </p:nvSpPr>
            <p:spPr>
              <a:xfrm>
                <a:off x="423504" y="10845675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90" y="0"/>
                    </a:moveTo>
                    <a:lnTo>
                      <a:pt x="0" y="0"/>
                    </a:lnTo>
                    <a:lnTo>
                      <a:pt x="279090" y="279090"/>
                    </a:lnTo>
                    <a:lnTo>
                      <a:pt x="27909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47" name="Google Shape;147;p4"/>
              <p:cNvPicPr preferRelativeResize="0"/>
              <p:nvPr/>
            </p:nvPicPr>
            <p:blipFill rotWithShape="1">
              <a:blip r:embed="rId2">
                <a:alphaModFix/>
              </a:blip>
              <a:srcRect b="0" l="0" r="0" t="0"/>
              <a:stretch/>
            </p:blipFill>
            <p:spPr>
              <a:xfrm>
                <a:off x="423504" y="10845676"/>
                <a:ext cx="279086" cy="27908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48" name="Google Shape;148;p4"/>
            <p:cNvGrpSpPr/>
            <p:nvPr/>
          </p:nvGrpSpPr>
          <p:grpSpPr>
            <a:xfrm>
              <a:off x="858215" y="10690040"/>
              <a:ext cx="1375914" cy="434977"/>
              <a:chOff x="858215" y="10690040"/>
              <a:chExt cx="1375914" cy="434977"/>
            </a:xfrm>
          </p:grpSpPr>
          <p:sp>
            <p:nvSpPr>
              <p:cNvPr id="149" name="Google Shape;149;p4"/>
              <p:cNvSpPr/>
              <p:nvPr/>
            </p:nvSpPr>
            <p:spPr>
              <a:xfrm>
                <a:off x="136443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50" name="Google Shape;150;p4"/>
              <p:cNvSpPr/>
              <p:nvPr/>
            </p:nvSpPr>
            <p:spPr>
              <a:xfrm>
                <a:off x="1364424" y="10720876"/>
                <a:ext cx="434975" cy="373379"/>
              </a:xfrm>
              <a:custGeom>
                <a:rect b="b" l="l" r="r" t="t"/>
                <a:pathLst>
                  <a:path extrusionOk="0" h="373379" w="434975">
                    <a:moveTo>
                      <a:pt x="66509" y="351472"/>
                    </a:moveTo>
                    <a:lnTo>
                      <a:pt x="29095" y="329869"/>
                    </a:lnTo>
                    <a:lnTo>
                      <a:pt x="29095" y="373062"/>
                    </a:lnTo>
                    <a:lnTo>
                      <a:pt x="66509" y="351472"/>
                    </a:lnTo>
                    <a:close/>
                  </a:path>
                  <a:path extrusionOk="0" h="373379" w="434975">
                    <a:moveTo>
                      <a:pt x="66509" y="21590"/>
                    </a:moveTo>
                    <a:lnTo>
                      <a:pt x="29095" y="0"/>
                    </a:lnTo>
                    <a:lnTo>
                      <a:pt x="29095" y="43192"/>
                    </a:lnTo>
                    <a:lnTo>
                      <a:pt x="66509" y="21590"/>
                    </a:lnTo>
                    <a:close/>
                  </a:path>
                  <a:path extrusionOk="0" h="373379" w="434975">
                    <a:moveTo>
                      <a:pt x="135178" y="351472"/>
                    </a:moveTo>
                    <a:lnTo>
                      <a:pt x="97764" y="329869"/>
                    </a:lnTo>
                    <a:lnTo>
                      <a:pt x="97764" y="373062"/>
                    </a:lnTo>
                    <a:lnTo>
                      <a:pt x="135178" y="351472"/>
                    </a:lnTo>
                    <a:close/>
                  </a:path>
                  <a:path extrusionOk="0" h="373379" w="434975">
                    <a:moveTo>
                      <a:pt x="135178" y="21590"/>
                    </a:moveTo>
                    <a:lnTo>
                      <a:pt x="97764" y="0"/>
                    </a:lnTo>
                    <a:lnTo>
                      <a:pt x="97764" y="43192"/>
                    </a:lnTo>
                    <a:lnTo>
                      <a:pt x="135178" y="21590"/>
                    </a:lnTo>
                    <a:close/>
                  </a:path>
                  <a:path extrusionOk="0" h="373379" w="434975">
                    <a:moveTo>
                      <a:pt x="203847" y="351472"/>
                    </a:moveTo>
                    <a:lnTo>
                      <a:pt x="166433" y="329869"/>
                    </a:lnTo>
                    <a:lnTo>
                      <a:pt x="166433" y="373062"/>
                    </a:lnTo>
                    <a:lnTo>
                      <a:pt x="203847" y="351472"/>
                    </a:lnTo>
                    <a:close/>
                  </a:path>
                  <a:path extrusionOk="0" h="373379" w="434975">
                    <a:moveTo>
                      <a:pt x="203847" y="21590"/>
                    </a:moveTo>
                    <a:lnTo>
                      <a:pt x="166433" y="0"/>
                    </a:lnTo>
                    <a:lnTo>
                      <a:pt x="166433" y="43192"/>
                    </a:lnTo>
                    <a:lnTo>
                      <a:pt x="203847" y="21590"/>
                    </a:lnTo>
                    <a:close/>
                  </a:path>
                  <a:path extrusionOk="0" h="373379" w="434975">
                    <a:moveTo>
                      <a:pt x="272516" y="351472"/>
                    </a:moveTo>
                    <a:lnTo>
                      <a:pt x="235102" y="329869"/>
                    </a:lnTo>
                    <a:lnTo>
                      <a:pt x="235102" y="373062"/>
                    </a:lnTo>
                    <a:lnTo>
                      <a:pt x="272516" y="351472"/>
                    </a:lnTo>
                    <a:close/>
                  </a:path>
                  <a:path extrusionOk="0" h="373379" w="434975">
                    <a:moveTo>
                      <a:pt x="272516" y="21590"/>
                    </a:moveTo>
                    <a:lnTo>
                      <a:pt x="235102" y="0"/>
                    </a:lnTo>
                    <a:lnTo>
                      <a:pt x="235102" y="43192"/>
                    </a:lnTo>
                    <a:lnTo>
                      <a:pt x="272516" y="21590"/>
                    </a:lnTo>
                    <a:close/>
                  </a:path>
                  <a:path extrusionOk="0" h="373379" w="434975">
                    <a:moveTo>
                      <a:pt x="341185" y="351472"/>
                    </a:moveTo>
                    <a:lnTo>
                      <a:pt x="303771" y="329869"/>
                    </a:lnTo>
                    <a:lnTo>
                      <a:pt x="303771" y="373062"/>
                    </a:lnTo>
                    <a:lnTo>
                      <a:pt x="341185" y="351472"/>
                    </a:lnTo>
                    <a:close/>
                  </a:path>
                  <a:path extrusionOk="0" h="373379" w="434975">
                    <a:moveTo>
                      <a:pt x="341185" y="21590"/>
                    </a:moveTo>
                    <a:lnTo>
                      <a:pt x="303771" y="0"/>
                    </a:lnTo>
                    <a:lnTo>
                      <a:pt x="303771" y="43192"/>
                    </a:lnTo>
                    <a:lnTo>
                      <a:pt x="341185" y="21590"/>
                    </a:lnTo>
                    <a:close/>
                  </a:path>
                  <a:path extrusionOk="0" h="373379" w="434975">
                    <a:moveTo>
                      <a:pt x="409854" y="351472"/>
                    </a:moveTo>
                    <a:lnTo>
                      <a:pt x="372440" y="329869"/>
                    </a:lnTo>
                    <a:lnTo>
                      <a:pt x="372440" y="373062"/>
                    </a:lnTo>
                    <a:lnTo>
                      <a:pt x="409854" y="351472"/>
                    </a:lnTo>
                    <a:close/>
                  </a:path>
                  <a:path extrusionOk="0" h="373379" w="434975">
                    <a:moveTo>
                      <a:pt x="409854" y="21590"/>
                    </a:moveTo>
                    <a:lnTo>
                      <a:pt x="372440" y="0"/>
                    </a:lnTo>
                    <a:lnTo>
                      <a:pt x="372440" y="43192"/>
                    </a:lnTo>
                    <a:lnTo>
                      <a:pt x="409854" y="21590"/>
                    </a:lnTo>
                    <a:close/>
                  </a:path>
                  <a:path extrusionOk="0" h="373379" w="434975">
                    <a:moveTo>
                      <a:pt x="434721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34721" y="305295"/>
                    </a:lnTo>
                    <a:lnTo>
                      <a:pt x="434721" y="272110"/>
                    </a:lnTo>
                    <a:close/>
                  </a:path>
                  <a:path extrusionOk="0" h="373379" w="434975">
                    <a:moveTo>
                      <a:pt x="434721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34721" y="237528"/>
                    </a:lnTo>
                    <a:lnTo>
                      <a:pt x="434721" y="204343"/>
                    </a:lnTo>
                    <a:close/>
                  </a:path>
                  <a:path extrusionOk="0" h="373379" w="434975">
                    <a:moveTo>
                      <a:pt x="434721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34721" y="169760"/>
                    </a:lnTo>
                    <a:lnTo>
                      <a:pt x="434721" y="136575"/>
                    </a:lnTo>
                    <a:close/>
                  </a:path>
                  <a:path extrusionOk="0" h="373379" w="434975">
                    <a:moveTo>
                      <a:pt x="434721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34721" y="101993"/>
                    </a:lnTo>
                    <a:lnTo>
                      <a:pt x="434721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51" name="Google Shape;151;p4"/>
              <p:cNvSpPr/>
              <p:nvPr/>
            </p:nvSpPr>
            <p:spPr>
              <a:xfrm>
                <a:off x="179915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52" name="Google Shape;152;p4"/>
              <p:cNvSpPr/>
              <p:nvPr/>
            </p:nvSpPr>
            <p:spPr>
              <a:xfrm>
                <a:off x="1858370" y="10749260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53" name="Google Shape;153;p4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197253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54" name="Google Shape;154;p4"/>
              <p:cNvSpPr/>
              <p:nvPr/>
            </p:nvSpPr>
            <p:spPr>
              <a:xfrm>
                <a:off x="858220" y="10690042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55" name="Google Shape;155;p4"/>
              <p:cNvSpPr/>
              <p:nvPr/>
            </p:nvSpPr>
            <p:spPr>
              <a:xfrm>
                <a:off x="858215" y="10690040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56" name="Google Shape;156;p4"/>
            <p:cNvGrpSpPr/>
            <p:nvPr/>
          </p:nvGrpSpPr>
          <p:grpSpPr>
            <a:xfrm>
              <a:off x="2740081" y="10690766"/>
              <a:ext cx="869693" cy="434986"/>
              <a:chOff x="2740081" y="10690766"/>
              <a:chExt cx="869693" cy="434986"/>
            </a:xfrm>
          </p:grpSpPr>
          <p:sp>
            <p:nvSpPr>
              <p:cNvPr id="157" name="Google Shape;157;p4"/>
              <p:cNvSpPr/>
              <p:nvPr/>
            </p:nvSpPr>
            <p:spPr>
              <a:xfrm>
                <a:off x="317479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58" name="Google Shape;158;p4"/>
              <p:cNvSpPr/>
              <p:nvPr/>
            </p:nvSpPr>
            <p:spPr>
              <a:xfrm>
                <a:off x="3174797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0" y="0"/>
                    </a:lnTo>
                    <a:lnTo>
                      <a:pt x="148386" y="215874"/>
                    </a:lnTo>
                    <a:lnTo>
                      <a:pt x="0" y="434721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21" y="215874"/>
                    </a:moveTo>
                    <a:lnTo>
                      <a:pt x="0" y="0"/>
                    </a:lnTo>
                    <a:lnTo>
                      <a:pt x="286219" y="215874"/>
                    </a:lnTo>
                    <a:lnTo>
                      <a:pt x="0" y="434721"/>
                    </a:lnTo>
                    <a:lnTo>
                      <a:pt x="434721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59" name="Google Shape;159;p4"/>
              <p:cNvSpPr/>
              <p:nvPr/>
            </p:nvSpPr>
            <p:spPr>
              <a:xfrm>
                <a:off x="2740081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60" name="Google Shape;160;p4"/>
              <p:cNvSpPr/>
              <p:nvPr/>
            </p:nvSpPr>
            <p:spPr>
              <a:xfrm>
                <a:off x="2820586" y="10771274"/>
                <a:ext cx="274319" cy="274320"/>
              </a:xfrm>
              <a:custGeom>
                <a:rect b="b" l="l" r="r" t="t"/>
                <a:pathLst>
                  <a:path extrusionOk="0" h="274320" w="274319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61" name="Google Shape;161;p4"/>
              <p:cNvSpPr/>
              <p:nvPr/>
            </p:nvSpPr>
            <p:spPr>
              <a:xfrm>
                <a:off x="2904819" y="10827568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62" name="Google Shape;162;p4"/>
            <p:cNvGrpSpPr/>
            <p:nvPr/>
          </p:nvGrpSpPr>
          <p:grpSpPr>
            <a:xfrm>
              <a:off x="2233866" y="10689316"/>
              <a:ext cx="506730" cy="434975"/>
              <a:chOff x="2233866" y="10689316"/>
              <a:chExt cx="506730" cy="434975"/>
            </a:xfrm>
          </p:grpSpPr>
          <p:sp>
            <p:nvSpPr>
              <p:cNvPr id="163" name="Google Shape;163;p4"/>
              <p:cNvSpPr/>
              <p:nvPr/>
            </p:nvSpPr>
            <p:spPr>
              <a:xfrm>
                <a:off x="2233866" y="10689316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64" name="Google Shape;164;p4"/>
              <p:cNvSpPr/>
              <p:nvPr/>
            </p:nvSpPr>
            <p:spPr>
              <a:xfrm>
                <a:off x="2430364" y="10826784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165" name="Google Shape;165;p4"/>
            <p:cNvSpPr/>
            <p:nvPr/>
          </p:nvSpPr>
          <p:spPr>
            <a:xfrm>
              <a:off x="6796786" y="10691450"/>
              <a:ext cx="436245" cy="434975"/>
            </a:xfrm>
            <a:custGeom>
              <a:rect b="b" l="l" r="r" t="t"/>
              <a:pathLst>
                <a:path extrusionOk="0" h="434975" w="436245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5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5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5">
                  <a:moveTo>
                    <a:pt x="435978" y="101"/>
                  </a:moveTo>
                  <a:close/>
                </a:path>
                <a:path extrusionOk="0" h="434975" w="436245">
                  <a:moveTo>
                    <a:pt x="435978" y="50"/>
                  </a:move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5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166" name="Google Shape;166;p4"/>
            <p:cNvGrpSpPr/>
            <p:nvPr/>
          </p:nvGrpSpPr>
          <p:grpSpPr>
            <a:xfrm>
              <a:off x="4987111" y="10691448"/>
              <a:ext cx="869699" cy="434990"/>
              <a:chOff x="4987111" y="10691448"/>
              <a:chExt cx="869699" cy="434990"/>
            </a:xfrm>
          </p:grpSpPr>
          <p:sp>
            <p:nvSpPr>
              <p:cNvPr id="167" name="Google Shape;167;p4"/>
              <p:cNvSpPr/>
              <p:nvPr/>
            </p:nvSpPr>
            <p:spPr>
              <a:xfrm>
                <a:off x="5421835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68" name="Google Shape;168;p4"/>
              <p:cNvSpPr/>
              <p:nvPr/>
            </p:nvSpPr>
            <p:spPr>
              <a:xfrm>
                <a:off x="5421820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58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58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12" y="0"/>
                    </a:lnTo>
                    <a:lnTo>
                      <a:pt x="148399" y="215861"/>
                    </a:lnTo>
                    <a:lnTo>
                      <a:pt x="12" y="434721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12" y="0"/>
                    </a:lnTo>
                    <a:lnTo>
                      <a:pt x="286232" y="215861"/>
                    </a:lnTo>
                    <a:lnTo>
                      <a:pt x="12" y="434721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69" name="Google Shape;169;p4"/>
              <p:cNvSpPr/>
              <p:nvPr/>
            </p:nvSpPr>
            <p:spPr>
              <a:xfrm>
                <a:off x="498711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70" name="Google Shape;170;p4"/>
              <p:cNvSpPr/>
              <p:nvPr/>
            </p:nvSpPr>
            <p:spPr>
              <a:xfrm>
                <a:off x="5067620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71" name="Google Shape;171;p4"/>
              <p:cNvSpPr/>
              <p:nvPr/>
            </p:nvSpPr>
            <p:spPr>
              <a:xfrm>
                <a:off x="5151854" y="10828250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72" name="Google Shape;172;p4"/>
            <p:cNvGrpSpPr/>
            <p:nvPr/>
          </p:nvGrpSpPr>
          <p:grpSpPr>
            <a:xfrm>
              <a:off x="4046184" y="10690002"/>
              <a:ext cx="941448" cy="436346"/>
              <a:chOff x="4046184" y="10690002"/>
              <a:chExt cx="941448" cy="436346"/>
            </a:xfrm>
          </p:grpSpPr>
          <p:sp>
            <p:nvSpPr>
              <p:cNvPr id="173" name="Google Shape;173;p4"/>
              <p:cNvSpPr/>
              <p:nvPr/>
            </p:nvSpPr>
            <p:spPr>
              <a:xfrm>
                <a:off x="4046868" y="10691373"/>
                <a:ext cx="434339" cy="434975"/>
              </a:xfrm>
              <a:custGeom>
                <a:rect b="b" l="l" r="r" t="t"/>
                <a:pathLst>
                  <a:path extrusionOk="0" h="434975" w="434339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74" name="Google Shape;174;p4"/>
              <p:cNvSpPr/>
              <p:nvPr/>
            </p:nvSpPr>
            <p:spPr>
              <a:xfrm>
                <a:off x="4046184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75" name="Google Shape;175;p4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404619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76" name="Google Shape;176;p4"/>
              <p:cNvSpPr/>
              <p:nvPr/>
            </p:nvSpPr>
            <p:spPr>
              <a:xfrm>
                <a:off x="4480903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77" name="Google Shape;177;p4"/>
              <p:cNvSpPr/>
              <p:nvPr/>
            </p:nvSpPr>
            <p:spPr>
              <a:xfrm>
                <a:off x="4677400" y="10827465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78" name="Google Shape;178;p4"/>
            <p:cNvGrpSpPr/>
            <p:nvPr/>
          </p:nvGrpSpPr>
          <p:grpSpPr>
            <a:xfrm>
              <a:off x="5856551" y="10691448"/>
              <a:ext cx="941449" cy="435035"/>
              <a:chOff x="5856551" y="10691448"/>
              <a:chExt cx="941449" cy="435035"/>
            </a:xfrm>
          </p:grpSpPr>
          <p:sp>
            <p:nvSpPr>
              <p:cNvPr id="179" name="Google Shape;179;p4"/>
              <p:cNvSpPr/>
              <p:nvPr/>
            </p:nvSpPr>
            <p:spPr>
              <a:xfrm>
                <a:off x="585655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80" name="Google Shape;180;p4"/>
              <p:cNvSpPr/>
              <p:nvPr/>
            </p:nvSpPr>
            <p:spPr>
              <a:xfrm>
                <a:off x="585655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81" name="Google Shape;181;p4"/>
              <p:cNvSpPr/>
              <p:nvPr/>
            </p:nvSpPr>
            <p:spPr>
              <a:xfrm>
                <a:off x="5856558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82" name="Google Shape;182;p4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5856556" y="10847083"/>
                <a:ext cx="279083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83" name="Google Shape;183;p4"/>
              <p:cNvSpPr/>
              <p:nvPr/>
            </p:nvSpPr>
            <p:spPr>
              <a:xfrm>
                <a:off x="6291271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84" name="Google Shape;184;p4"/>
              <p:cNvSpPr/>
              <p:nvPr/>
            </p:nvSpPr>
            <p:spPr>
              <a:xfrm>
                <a:off x="6291262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85" name="Google Shape;185;p4"/>
            <p:cNvGrpSpPr/>
            <p:nvPr/>
          </p:nvGrpSpPr>
          <p:grpSpPr>
            <a:xfrm>
              <a:off x="3611467" y="10689312"/>
              <a:ext cx="434975" cy="434975"/>
              <a:chOff x="3611467" y="10689312"/>
              <a:chExt cx="434975" cy="434975"/>
            </a:xfrm>
          </p:grpSpPr>
          <p:sp>
            <p:nvSpPr>
              <p:cNvPr id="186" name="Google Shape;186;p4"/>
              <p:cNvSpPr/>
              <p:nvPr/>
            </p:nvSpPr>
            <p:spPr>
              <a:xfrm>
                <a:off x="3611467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87" name="Google Shape;187;p4"/>
              <p:cNvSpPr/>
              <p:nvPr/>
            </p:nvSpPr>
            <p:spPr>
              <a:xfrm>
                <a:off x="3670685" y="10748534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88" name="Google Shape;188;p4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78485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89" name="Google Shape;189;p4"/>
            <p:cNvGrpSpPr/>
            <p:nvPr/>
          </p:nvGrpSpPr>
          <p:grpSpPr>
            <a:xfrm>
              <a:off x="7228599" y="10690042"/>
              <a:ext cx="863299" cy="434975"/>
              <a:chOff x="7228599" y="10690042"/>
              <a:chExt cx="863299" cy="434975"/>
            </a:xfrm>
          </p:grpSpPr>
          <p:sp>
            <p:nvSpPr>
              <p:cNvPr id="190" name="Google Shape;190;p4"/>
              <p:cNvSpPr/>
              <p:nvPr/>
            </p:nvSpPr>
            <p:spPr>
              <a:xfrm>
                <a:off x="7228602" y="10690042"/>
                <a:ext cx="428625" cy="434975"/>
              </a:xfrm>
              <a:custGeom>
                <a:rect b="b" l="l" r="r" t="t"/>
                <a:pathLst>
                  <a:path extrusionOk="0" h="434975" w="428625">
                    <a:moveTo>
                      <a:pt x="428320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28320" y="434719"/>
                    </a:lnTo>
                    <a:lnTo>
                      <a:pt x="42832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91" name="Google Shape;191;p4"/>
              <p:cNvSpPr/>
              <p:nvPr/>
            </p:nvSpPr>
            <p:spPr>
              <a:xfrm>
                <a:off x="7228599" y="10720876"/>
                <a:ext cx="428625" cy="373379"/>
              </a:xfrm>
              <a:custGeom>
                <a:rect b="b" l="l" r="r" t="t"/>
                <a:pathLst>
                  <a:path extrusionOk="0" h="373379" w="428625">
                    <a:moveTo>
                      <a:pt x="60096" y="351472"/>
                    </a:moveTo>
                    <a:lnTo>
                      <a:pt x="22682" y="329869"/>
                    </a:lnTo>
                    <a:lnTo>
                      <a:pt x="22682" y="373062"/>
                    </a:lnTo>
                    <a:lnTo>
                      <a:pt x="60096" y="351472"/>
                    </a:lnTo>
                    <a:close/>
                  </a:path>
                  <a:path extrusionOk="0" h="373379" w="428625">
                    <a:moveTo>
                      <a:pt x="60096" y="21590"/>
                    </a:moveTo>
                    <a:lnTo>
                      <a:pt x="22682" y="0"/>
                    </a:lnTo>
                    <a:lnTo>
                      <a:pt x="22682" y="43192"/>
                    </a:lnTo>
                    <a:lnTo>
                      <a:pt x="60096" y="21590"/>
                    </a:lnTo>
                    <a:close/>
                  </a:path>
                  <a:path extrusionOk="0" h="373379" w="428625">
                    <a:moveTo>
                      <a:pt x="128765" y="351472"/>
                    </a:moveTo>
                    <a:lnTo>
                      <a:pt x="91351" y="329869"/>
                    </a:lnTo>
                    <a:lnTo>
                      <a:pt x="91351" y="373062"/>
                    </a:lnTo>
                    <a:lnTo>
                      <a:pt x="128765" y="351472"/>
                    </a:lnTo>
                    <a:close/>
                  </a:path>
                  <a:path extrusionOk="0" h="373379" w="428625">
                    <a:moveTo>
                      <a:pt x="128765" y="21590"/>
                    </a:moveTo>
                    <a:lnTo>
                      <a:pt x="91351" y="0"/>
                    </a:lnTo>
                    <a:lnTo>
                      <a:pt x="91351" y="43192"/>
                    </a:lnTo>
                    <a:lnTo>
                      <a:pt x="128765" y="21590"/>
                    </a:lnTo>
                    <a:close/>
                  </a:path>
                  <a:path extrusionOk="0" h="373379" w="428625">
                    <a:moveTo>
                      <a:pt x="197434" y="351472"/>
                    </a:moveTo>
                    <a:lnTo>
                      <a:pt x="160032" y="329869"/>
                    </a:lnTo>
                    <a:lnTo>
                      <a:pt x="160032" y="373062"/>
                    </a:lnTo>
                    <a:lnTo>
                      <a:pt x="197434" y="351472"/>
                    </a:lnTo>
                    <a:close/>
                  </a:path>
                  <a:path extrusionOk="0" h="373379" w="428625">
                    <a:moveTo>
                      <a:pt x="197434" y="21590"/>
                    </a:moveTo>
                    <a:lnTo>
                      <a:pt x="160032" y="0"/>
                    </a:lnTo>
                    <a:lnTo>
                      <a:pt x="160032" y="43192"/>
                    </a:lnTo>
                    <a:lnTo>
                      <a:pt x="197434" y="21590"/>
                    </a:lnTo>
                    <a:close/>
                  </a:path>
                  <a:path extrusionOk="0" h="373379" w="428625">
                    <a:moveTo>
                      <a:pt x="266103" y="351472"/>
                    </a:moveTo>
                    <a:lnTo>
                      <a:pt x="228701" y="329869"/>
                    </a:lnTo>
                    <a:lnTo>
                      <a:pt x="228701" y="373062"/>
                    </a:lnTo>
                    <a:lnTo>
                      <a:pt x="266103" y="351472"/>
                    </a:lnTo>
                    <a:close/>
                  </a:path>
                  <a:path extrusionOk="0" h="373379" w="428625">
                    <a:moveTo>
                      <a:pt x="266103" y="21590"/>
                    </a:moveTo>
                    <a:lnTo>
                      <a:pt x="228701" y="0"/>
                    </a:lnTo>
                    <a:lnTo>
                      <a:pt x="228701" y="43192"/>
                    </a:lnTo>
                    <a:lnTo>
                      <a:pt x="266103" y="21590"/>
                    </a:lnTo>
                    <a:close/>
                  </a:path>
                  <a:path extrusionOk="0" h="373379" w="428625">
                    <a:moveTo>
                      <a:pt x="334784" y="351472"/>
                    </a:moveTo>
                    <a:lnTo>
                      <a:pt x="297370" y="329869"/>
                    </a:lnTo>
                    <a:lnTo>
                      <a:pt x="297370" y="373062"/>
                    </a:lnTo>
                    <a:lnTo>
                      <a:pt x="334784" y="351472"/>
                    </a:lnTo>
                    <a:close/>
                  </a:path>
                  <a:path extrusionOk="0" h="373379" w="428625">
                    <a:moveTo>
                      <a:pt x="334784" y="21590"/>
                    </a:moveTo>
                    <a:lnTo>
                      <a:pt x="297370" y="0"/>
                    </a:lnTo>
                    <a:lnTo>
                      <a:pt x="297370" y="43192"/>
                    </a:lnTo>
                    <a:lnTo>
                      <a:pt x="334784" y="21590"/>
                    </a:lnTo>
                    <a:close/>
                  </a:path>
                  <a:path extrusionOk="0" h="373379" w="428625">
                    <a:moveTo>
                      <a:pt x="403453" y="351472"/>
                    </a:moveTo>
                    <a:lnTo>
                      <a:pt x="366039" y="329869"/>
                    </a:lnTo>
                    <a:lnTo>
                      <a:pt x="366039" y="373062"/>
                    </a:lnTo>
                    <a:lnTo>
                      <a:pt x="403453" y="351472"/>
                    </a:lnTo>
                    <a:close/>
                  </a:path>
                  <a:path extrusionOk="0" h="373379" w="428625">
                    <a:moveTo>
                      <a:pt x="403453" y="21590"/>
                    </a:moveTo>
                    <a:lnTo>
                      <a:pt x="366039" y="0"/>
                    </a:lnTo>
                    <a:lnTo>
                      <a:pt x="366039" y="43192"/>
                    </a:lnTo>
                    <a:lnTo>
                      <a:pt x="403453" y="21590"/>
                    </a:lnTo>
                    <a:close/>
                  </a:path>
                  <a:path extrusionOk="0" h="373379" w="428625">
                    <a:moveTo>
                      <a:pt x="428320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28320" y="305295"/>
                    </a:lnTo>
                    <a:lnTo>
                      <a:pt x="428320" y="272110"/>
                    </a:lnTo>
                    <a:close/>
                  </a:path>
                  <a:path extrusionOk="0" h="373379" w="428625">
                    <a:moveTo>
                      <a:pt x="428320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28320" y="237528"/>
                    </a:lnTo>
                    <a:lnTo>
                      <a:pt x="428320" y="204343"/>
                    </a:lnTo>
                    <a:close/>
                  </a:path>
                  <a:path extrusionOk="0" h="373379" w="428625">
                    <a:moveTo>
                      <a:pt x="428320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28320" y="169760"/>
                    </a:lnTo>
                    <a:lnTo>
                      <a:pt x="428320" y="136575"/>
                    </a:lnTo>
                    <a:close/>
                  </a:path>
                  <a:path extrusionOk="0" h="373379" w="428625">
                    <a:moveTo>
                      <a:pt x="428320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28320" y="101993"/>
                    </a:lnTo>
                    <a:lnTo>
                      <a:pt x="428320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92" name="Google Shape;192;p4"/>
              <p:cNvSpPr/>
              <p:nvPr/>
            </p:nvSpPr>
            <p:spPr>
              <a:xfrm>
                <a:off x="7656923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93" name="Google Shape;193;p4"/>
              <p:cNvSpPr/>
              <p:nvPr/>
            </p:nvSpPr>
            <p:spPr>
              <a:xfrm>
                <a:off x="7716139" y="10749260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94" name="Google Shape;194;p4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783030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95" name="Google Shape;195;p4"/>
            <p:cNvGrpSpPr/>
            <p:nvPr/>
          </p:nvGrpSpPr>
          <p:grpSpPr>
            <a:xfrm>
              <a:off x="8597850" y="10690766"/>
              <a:ext cx="869695" cy="434986"/>
              <a:chOff x="8597850" y="10690766"/>
              <a:chExt cx="869695" cy="434986"/>
            </a:xfrm>
          </p:grpSpPr>
          <p:sp>
            <p:nvSpPr>
              <p:cNvPr id="196" name="Google Shape;196;p4"/>
              <p:cNvSpPr/>
              <p:nvPr/>
            </p:nvSpPr>
            <p:spPr>
              <a:xfrm>
                <a:off x="903256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97" name="Google Shape;197;p4"/>
              <p:cNvSpPr/>
              <p:nvPr/>
            </p:nvSpPr>
            <p:spPr>
              <a:xfrm>
                <a:off x="9032570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38" y="50"/>
                    </a:lnTo>
                    <a:lnTo>
                      <a:pt x="148374" y="215874"/>
                    </a:lnTo>
                    <a:lnTo>
                      <a:pt x="38" y="434682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08" y="215874"/>
                    </a:moveTo>
                    <a:lnTo>
                      <a:pt x="38" y="50"/>
                    </a:lnTo>
                    <a:lnTo>
                      <a:pt x="286219" y="215874"/>
                    </a:lnTo>
                    <a:lnTo>
                      <a:pt x="38" y="434682"/>
                    </a:lnTo>
                    <a:lnTo>
                      <a:pt x="434708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98" name="Google Shape;198;p4"/>
              <p:cNvSpPr/>
              <p:nvPr/>
            </p:nvSpPr>
            <p:spPr>
              <a:xfrm>
                <a:off x="8597850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99" name="Google Shape;199;p4"/>
              <p:cNvSpPr/>
              <p:nvPr/>
            </p:nvSpPr>
            <p:spPr>
              <a:xfrm>
                <a:off x="8678355" y="10771274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00" name="Google Shape;200;p4"/>
              <p:cNvSpPr/>
              <p:nvPr/>
            </p:nvSpPr>
            <p:spPr>
              <a:xfrm>
                <a:off x="8762588" y="10827568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01" name="Google Shape;201;p4"/>
            <p:cNvGrpSpPr/>
            <p:nvPr/>
          </p:nvGrpSpPr>
          <p:grpSpPr>
            <a:xfrm>
              <a:off x="8091640" y="10689316"/>
              <a:ext cx="506729" cy="434975"/>
              <a:chOff x="8091640" y="10689316"/>
              <a:chExt cx="506729" cy="434975"/>
            </a:xfrm>
          </p:grpSpPr>
          <p:sp>
            <p:nvSpPr>
              <p:cNvPr id="202" name="Google Shape;202;p4"/>
              <p:cNvSpPr/>
              <p:nvPr/>
            </p:nvSpPr>
            <p:spPr>
              <a:xfrm>
                <a:off x="8091640" y="10689316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03" name="Google Shape;203;p4"/>
              <p:cNvSpPr/>
              <p:nvPr/>
            </p:nvSpPr>
            <p:spPr>
              <a:xfrm>
                <a:off x="8288134" y="10826784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204" name="Google Shape;204;p4"/>
            <p:cNvSpPr/>
            <p:nvPr/>
          </p:nvSpPr>
          <p:spPr>
            <a:xfrm>
              <a:off x="12654560" y="10691450"/>
              <a:ext cx="436244" cy="434975"/>
            </a:xfrm>
            <a:custGeom>
              <a:rect b="b" l="l" r="r" t="t"/>
              <a:pathLst>
                <a:path extrusionOk="0" h="434975" w="436244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4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4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4">
                  <a:moveTo>
                    <a:pt x="435978" y="101"/>
                  </a:moveTo>
                  <a:close/>
                </a:path>
                <a:path extrusionOk="0" h="434975" w="436244">
                  <a:moveTo>
                    <a:pt x="435978" y="50"/>
                  </a:move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4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205" name="Google Shape;205;p4"/>
            <p:cNvGrpSpPr/>
            <p:nvPr/>
          </p:nvGrpSpPr>
          <p:grpSpPr>
            <a:xfrm>
              <a:off x="10844884" y="10691448"/>
              <a:ext cx="869695" cy="434990"/>
              <a:chOff x="10844884" y="10691448"/>
              <a:chExt cx="869695" cy="434990"/>
            </a:xfrm>
          </p:grpSpPr>
          <p:sp>
            <p:nvSpPr>
              <p:cNvPr id="206" name="Google Shape;206;p4"/>
              <p:cNvSpPr/>
              <p:nvPr/>
            </p:nvSpPr>
            <p:spPr>
              <a:xfrm>
                <a:off x="1127960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07" name="Google Shape;207;p4"/>
              <p:cNvSpPr/>
              <p:nvPr/>
            </p:nvSpPr>
            <p:spPr>
              <a:xfrm>
                <a:off x="11279594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46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46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50" y="50"/>
                    </a:lnTo>
                    <a:lnTo>
                      <a:pt x="148399" y="215861"/>
                    </a:lnTo>
                    <a:lnTo>
                      <a:pt x="50" y="434682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50" y="50"/>
                    </a:lnTo>
                    <a:lnTo>
                      <a:pt x="286219" y="215861"/>
                    </a:lnTo>
                    <a:lnTo>
                      <a:pt x="50" y="434682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08" name="Google Shape;208;p4"/>
              <p:cNvSpPr/>
              <p:nvPr/>
            </p:nvSpPr>
            <p:spPr>
              <a:xfrm>
                <a:off x="1084488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09" name="Google Shape;209;p4"/>
              <p:cNvSpPr/>
              <p:nvPr/>
            </p:nvSpPr>
            <p:spPr>
              <a:xfrm>
                <a:off x="10925395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10" name="Google Shape;210;p4"/>
              <p:cNvSpPr/>
              <p:nvPr/>
            </p:nvSpPr>
            <p:spPr>
              <a:xfrm>
                <a:off x="11009622" y="10828250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11" name="Google Shape;211;p4"/>
            <p:cNvGrpSpPr/>
            <p:nvPr/>
          </p:nvGrpSpPr>
          <p:grpSpPr>
            <a:xfrm>
              <a:off x="9903955" y="10690002"/>
              <a:ext cx="941450" cy="436346"/>
              <a:chOff x="9903955" y="10690002"/>
              <a:chExt cx="941450" cy="436346"/>
            </a:xfrm>
          </p:grpSpPr>
          <p:sp>
            <p:nvSpPr>
              <p:cNvPr id="212" name="Google Shape;212;p4"/>
              <p:cNvSpPr/>
              <p:nvPr/>
            </p:nvSpPr>
            <p:spPr>
              <a:xfrm>
                <a:off x="9904638" y="10691373"/>
                <a:ext cx="434340" cy="434975"/>
              </a:xfrm>
              <a:custGeom>
                <a:rect b="b" l="l" r="r" t="t"/>
                <a:pathLst>
                  <a:path extrusionOk="0" h="434975" w="434340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13" name="Google Shape;213;p4"/>
              <p:cNvSpPr/>
              <p:nvPr/>
            </p:nvSpPr>
            <p:spPr>
              <a:xfrm>
                <a:off x="9903955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14" name="Google Shape;214;p4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990396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15" name="Google Shape;215;p4"/>
              <p:cNvSpPr/>
              <p:nvPr/>
            </p:nvSpPr>
            <p:spPr>
              <a:xfrm>
                <a:off x="10338676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196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196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16" name="Google Shape;216;p4"/>
              <p:cNvSpPr/>
              <p:nvPr/>
            </p:nvSpPr>
            <p:spPr>
              <a:xfrm>
                <a:off x="10535166" y="10827465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17" name="Google Shape;217;p4"/>
            <p:cNvGrpSpPr/>
            <p:nvPr/>
          </p:nvGrpSpPr>
          <p:grpSpPr>
            <a:xfrm>
              <a:off x="11714323" y="10691448"/>
              <a:ext cx="941449" cy="435035"/>
              <a:chOff x="11714323" y="10691448"/>
              <a:chExt cx="941449" cy="435035"/>
            </a:xfrm>
          </p:grpSpPr>
          <p:sp>
            <p:nvSpPr>
              <p:cNvPr id="218" name="Google Shape;218;p4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19" name="Google Shape;219;p4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20" name="Google Shape;220;p4"/>
              <p:cNvSpPr/>
              <p:nvPr/>
            </p:nvSpPr>
            <p:spPr>
              <a:xfrm>
                <a:off x="11714323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21" name="Google Shape;221;p4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11714323" y="10847083"/>
                <a:ext cx="279090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22" name="Google Shape;222;p4"/>
              <p:cNvSpPr/>
              <p:nvPr/>
            </p:nvSpPr>
            <p:spPr>
              <a:xfrm>
                <a:off x="12149043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23" name="Google Shape;223;p4"/>
              <p:cNvSpPr/>
              <p:nvPr/>
            </p:nvSpPr>
            <p:spPr>
              <a:xfrm>
                <a:off x="12149036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24" name="Google Shape;224;p4"/>
            <p:cNvGrpSpPr/>
            <p:nvPr/>
          </p:nvGrpSpPr>
          <p:grpSpPr>
            <a:xfrm>
              <a:off x="9469238" y="10689312"/>
              <a:ext cx="434975" cy="434975"/>
              <a:chOff x="9469238" y="10689312"/>
              <a:chExt cx="434975" cy="434975"/>
            </a:xfrm>
          </p:grpSpPr>
          <p:sp>
            <p:nvSpPr>
              <p:cNvPr id="225" name="Google Shape;225;p4"/>
              <p:cNvSpPr/>
              <p:nvPr/>
            </p:nvSpPr>
            <p:spPr>
              <a:xfrm>
                <a:off x="9469238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26" name="Google Shape;226;p4"/>
              <p:cNvSpPr/>
              <p:nvPr/>
            </p:nvSpPr>
            <p:spPr>
              <a:xfrm>
                <a:off x="9528455" y="10748534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27" name="Google Shape;227;p4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964262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  <p:transition spd="slow">
    <p:push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Title Slide">
  <p:cSld name="9_Title Slide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5"/>
          <p:cNvSpPr txBox="1"/>
          <p:nvPr>
            <p:ph idx="1" type="body"/>
          </p:nvPr>
        </p:nvSpPr>
        <p:spPr>
          <a:xfrm>
            <a:off x="271253" y="833140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accen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30" name="Google Shape;230;p5"/>
          <p:cNvSpPr txBox="1"/>
          <p:nvPr>
            <p:ph idx="2" type="body"/>
          </p:nvPr>
        </p:nvSpPr>
        <p:spPr>
          <a:xfrm>
            <a:off x="271254" y="558655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60676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560676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31" name="Google Shape;231;p5"/>
          <p:cNvSpPr txBox="1"/>
          <p:nvPr>
            <p:ph idx="3" type="body"/>
          </p:nvPr>
        </p:nvSpPr>
        <p:spPr>
          <a:xfrm>
            <a:off x="4823917" y="2249092"/>
            <a:ext cx="6091569" cy="27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17500" lvl="0" marL="457200" marR="0" rtl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32" name="Google Shape;232;p5"/>
          <p:cNvSpPr txBox="1"/>
          <p:nvPr>
            <p:ph idx="4" type="body"/>
          </p:nvPr>
        </p:nvSpPr>
        <p:spPr>
          <a:xfrm>
            <a:off x="7142627" y="6566902"/>
            <a:ext cx="4862560" cy="20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233" name="Google Shape;233;p5"/>
          <p:cNvGrpSpPr/>
          <p:nvPr/>
        </p:nvGrpSpPr>
        <p:grpSpPr>
          <a:xfrm>
            <a:off x="0" y="6344554"/>
            <a:ext cx="9069309" cy="302872"/>
            <a:chOff x="0" y="10689312"/>
            <a:chExt cx="13090804" cy="437171"/>
          </a:xfrm>
        </p:grpSpPr>
        <p:grpSp>
          <p:nvGrpSpPr>
            <p:cNvPr id="234" name="Google Shape;234;p5"/>
            <p:cNvGrpSpPr/>
            <p:nvPr/>
          </p:nvGrpSpPr>
          <p:grpSpPr>
            <a:xfrm>
              <a:off x="0" y="10690041"/>
              <a:ext cx="858479" cy="435034"/>
              <a:chOff x="0" y="10690041"/>
              <a:chExt cx="858479" cy="435034"/>
            </a:xfrm>
          </p:grpSpPr>
          <p:sp>
            <p:nvSpPr>
              <p:cNvPr id="235" name="Google Shape;235;p5"/>
              <p:cNvSpPr/>
              <p:nvPr/>
            </p:nvSpPr>
            <p:spPr>
              <a:xfrm>
                <a:off x="0" y="10690548"/>
                <a:ext cx="423545" cy="423545"/>
              </a:xfrm>
              <a:custGeom>
                <a:rect b="b" l="l" r="r" t="t"/>
                <a:pathLst>
                  <a:path extrusionOk="0" h="423545" w="423545">
                    <a:moveTo>
                      <a:pt x="423265" y="76"/>
                    </a:moveTo>
                    <a:lnTo>
                      <a:pt x="0" y="112052"/>
                    </a:lnTo>
                    <a:lnTo>
                      <a:pt x="0" y="124612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265" y="76"/>
                    </a:moveTo>
                    <a:lnTo>
                      <a:pt x="0" y="149402"/>
                    </a:lnTo>
                    <a:lnTo>
                      <a:pt x="0" y="161963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341" y="38"/>
                    </a:moveTo>
                    <a:lnTo>
                      <a:pt x="0" y="74688"/>
                    </a:lnTo>
                    <a:lnTo>
                      <a:pt x="0" y="87236"/>
                    </a:lnTo>
                    <a:lnTo>
                      <a:pt x="423341" y="38"/>
                    </a:lnTo>
                    <a:close/>
                  </a:path>
                  <a:path extrusionOk="0" h="423545" w="423545">
                    <a:moveTo>
                      <a:pt x="423379" y="38"/>
                    </a:move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0"/>
                    </a:lnTo>
                    <a:lnTo>
                      <a:pt x="0" y="1252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50"/>
                    </a:lnTo>
                    <a:lnTo>
                      <a:pt x="0" y="4987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186753"/>
                    </a:lnTo>
                    <a:lnTo>
                      <a:pt x="0" y="19933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24091"/>
                    </a:lnTo>
                    <a:lnTo>
                      <a:pt x="0" y="23668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61454"/>
                    </a:lnTo>
                    <a:lnTo>
                      <a:pt x="0" y="27405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98805"/>
                    </a:lnTo>
                    <a:lnTo>
                      <a:pt x="0" y="311416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36143"/>
                    </a:lnTo>
                    <a:lnTo>
                      <a:pt x="0" y="348780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494"/>
                    </a:lnTo>
                    <a:lnTo>
                      <a:pt x="0" y="38614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410857"/>
                    </a:lnTo>
                    <a:lnTo>
                      <a:pt x="0" y="423506"/>
                    </a:lnTo>
                    <a:lnTo>
                      <a:pt x="423494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36" name="Google Shape;236;p5"/>
              <p:cNvSpPr/>
              <p:nvPr/>
            </p:nvSpPr>
            <p:spPr>
              <a:xfrm>
                <a:off x="423500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37" name="Google Shape;237;p5"/>
              <p:cNvSpPr/>
              <p:nvPr/>
            </p:nvSpPr>
            <p:spPr>
              <a:xfrm>
                <a:off x="423504" y="10690041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38" name="Google Shape;238;p5"/>
              <p:cNvSpPr/>
              <p:nvPr/>
            </p:nvSpPr>
            <p:spPr>
              <a:xfrm>
                <a:off x="423504" y="10845675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90" y="0"/>
                    </a:moveTo>
                    <a:lnTo>
                      <a:pt x="0" y="0"/>
                    </a:lnTo>
                    <a:lnTo>
                      <a:pt x="279090" y="279090"/>
                    </a:lnTo>
                    <a:lnTo>
                      <a:pt x="27909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39" name="Google Shape;239;p5"/>
              <p:cNvPicPr preferRelativeResize="0"/>
              <p:nvPr/>
            </p:nvPicPr>
            <p:blipFill rotWithShape="1">
              <a:blip r:embed="rId2">
                <a:alphaModFix/>
              </a:blip>
              <a:srcRect b="0" l="0" r="0" t="0"/>
              <a:stretch/>
            </p:blipFill>
            <p:spPr>
              <a:xfrm>
                <a:off x="423504" y="10845676"/>
                <a:ext cx="279086" cy="27908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240" name="Google Shape;240;p5"/>
            <p:cNvGrpSpPr/>
            <p:nvPr/>
          </p:nvGrpSpPr>
          <p:grpSpPr>
            <a:xfrm>
              <a:off x="858215" y="10690040"/>
              <a:ext cx="1375914" cy="434977"/>
              <a:chOff x="858215" y="10690040"/>
              <a:chExt cx="1375914" cy="434977"/>
            </a:xfrm>
          </p:grpSpPr>
          <p:sp>
            <p:nvSpPr>
              <p:cNvPr id="241" name="Google Shape;241;p5"/>
              <p:cNvSpPr/>
              <p:nvPr/>
            </p:nvSpPr>
            <p:spPr>
              <a:xfrm>
                <a:off x="136443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42" name="Google Shape;242;p5"/>
              <p:cNvSpPr/>
              <p:nvPr/>
            </p:nvSpPr>
            <p:spPr>
              <a:xfrm>
                <a:off x="1364424" y="10720876"/>
                <a:ext cx="434975" cy="373379"/>
              </a:xfrm>
              <a:custGeom>
                <a:rect b="b" l="l" r="r" t="t"/>
                <a:pathLst>
                  <a:path extrusionOk="0" h="373379" w="434975">
                    <a:moveTo>
                      <a:pt x="66509" y="351472"/>
                    </a:moveTo>
                    <a:lnTo>
                      <a:pt x="29095" y="329869"/>
                    </a:lnTo>
                    <a:lnTo>
                      <a:pt x="29095" y="373062"/>
                    </a:lnTo>
                    <a:lnTo>
                      <a:pt x="66509" y="351472"/>
                    </a:lnTo>
                    <a:close/>
                  </a:path>
                  <a:path extrusionOk="0" h="373379" w="434975">
                    <a:moveTo>
                      <a:pt x="66509" y="21590"/>
                    </a:moveTo>
                    <a:lnTo>
                      <a:pt x="29095" y="0"/>
                    </a:lnTo>
                    <a:lnTo>
                      <a:pt x="29095" y="43192"/>
                    </a:lnTo>
                    <a:lnTo>
                      <a:pt x="66509" y="21590"/>
                    </a:lnTo>
                    <a:close/>
                  </a:path>
                  <a:path extrusionOk="0" h="373379" w="434975">
                    <a:moveTo>
                      <a:pt x="135178" y="351472"/>
                    </a:moveTo>
                    <a:lnTo>
                      <a:pt x="97764" y="329869"/>
                    </a:lnTo>
                    <a:lnTo>
                      <a:pt x="97764" y="373062"/>
                    </a:lnTo>
                    <a:lnTo>
                      <a:pt x="135178" y="351472"/>
                    </a:lnTo>
                    <a:close/>
                  </a:path>
                  <a:path extrusionOk="0" h="373379" w="434975">
                    <a:moveTo>
                      <a:pt x="135178" y="21590"/>
                    </a:moveTo>
                    <a:lnTo>
                      <a:pt x="97764" y="0"/>
                    </a:lnTo>
                    <a:lnTo>
                      <a:pt x="97764" y="43192"/>
                    </a:lnTo>
                    <a:lnTo>
                      <a:pt x="135178" y="21590"/>
                    </a:lnTo>
                    <a:close/>
                  </a:path>
                  <a:path extrusionOk="0" h="373379" w="434975">
                    <a:moveTo>
                      <a:pt x="203847" y="351472"/>
                    </a:moveTo>
                    <a:lnTo>
                      <a:pt x="166433" y="329869"/>
                    </a:lnTo>
                    <a:lnTo>
                      <a:pt x="166433" y="373062"/>
                    </a:lnTo>
                    <a:lnTo>
                      <a:pt x="203847" y="351472"/>
                    </a:lnTo>
                    <a:close/>
                  </a:path>
                  <a:path extrusionOk="0" h="373379" w="434975">
                    <a:moveTo>
                      <a:pt x="203847" y="21590"/>
                    </a:moveTo>
                    <a:lnTo>
                      <a:pt x="166433" y="0"/>
                    </a:lnTo>
                    <a:lnTo>
                      <a:pt x="166433" y="43192"/>
                    </a:lnTo>
                    <a:lnTo>
                      <a:pt x="203847" y="21590"/>
                    </a:lnTo>
                    <a:close/>
                  </a:path>
                  <a:path extrusionOk="0" h="373379" w="434975">
                    <a:moveTo>
                      <a:pt x="272516" y="351472"/>
                    </a:moveTo>
                    <a:lnTo>
                      <a:pt x="235102" y="329869"/>
                    </a:lnTo>
                    <a:lnTo>
                      <a:pt x="235102" y="373062"/>
                    </a:lnTo>
                    <a:lnTo>
                      <a:pt x="272516" y="351472"/>
                    </a:lnTo>
                    <a:close/>
                  </a:path>
                  <a:path extrusionOk="0" h="373379" w="434975">
                    <a:moveTo>
                      <a:pt x="272516" y="21590"/>
                    </a:moveTo>
                    <a:lnTo>
                      <a:pt x="235102" y="0"/>
                    </a:lnTo>
                    <a:lnTo>
                      <a:pt x="235102" y="43192"/>
                    </a:lnTo>
                    <a:lnTo>
                      <a:pt x="272516" y="21590"/>
                    </a:lnTo>
                    <a:close/>
                  </a:path>
                  <a:path extrusionOk="0" h="373379" w="434975">
                    <a:moveTo>
                      <a:pt x="341185" y="351472"/>
                    </a:moveTo>
                    <a:lnTo>
                      <a:pt x="303771" y="329869"/>
                    </a:lnTo>
                    <a:lnTo>
                      <a:pt x="303771" y="373062"/>
                    </a:lnTo>
                    <a:lnTo>
                      <a:pt x="341185" y="351472"/>
                    </a:lnTo>
                    <a:close/>
                  </a:path>
                  <a:path extrusionOk="0" h="373379" w="434975">
                    <a:moveTo>
                      <a:pt x="341185" y="21590"/>
                    </a:moveTo>
                    <a:lnTo>
                      <a:pt x="303771" y="0"/>
                    </a:lnTo>
                    <a:lnTo>
                      <a:pt x="303771" y="43192"/>
                    </a:lnTo>
                    <a:lnTo>
                      <a:pt x="341185" y="21590"/>
                    </a:lnTo>
                    <a:close/>
                  </a:path>
                  <a:path extrusionOk="0" h="373379" w="434975">
                    <a:moveTo>
                      <a:pt x="409854" y="351472"/>
                    </a:moveTo>
                    <a:lnTo>
                      <a:pt x="372440" y="329869"/>
                    </a:lnTo>
                    <a:lnTo>
                      <a:pt x="372440" y="373062"/>
                    </a:lnTo>
                    <a:lnTo>
                      <a:pt x="409854" y="351472"/>
                    </a:lnTo>
                    <a:close/>
                  </a:path>
                  <a:path extrusionOk="0" h="373379" w="434975">
                    <a:moveTo>
                      <a:pt x="409854" y="21590"/>
                    </a:moveTo>
                    <a:lnTo>
                      <a:pt x="372440" y="0"/>
                    </a:lnTo>
                    <a:lnTo>
                      <a:pt x="372440" y="43192"/>
                    </a:lnTo>
                    <a:lnTo>
                      <a:pt x="409854" y="21590"/>
                    </a:lnTo>
                    <a:close/>
                  </a:path>
                  <a:path extrusionOk="0" h="373379" w="434975">
                    <a:moveTo>
                      <a:pt x="434721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34721" y="305295"/>
                    </a:lnTo>
                    <a:lnTo>
                      <a:pt x="434721" y="272110"/>
                    </a:lnTo>
                    <a:close/>
                  </a:path>
                  <a:path extrusionOk="0" h="373379" w="434975">
                    <a:moveTo>
                      <a:pt x="434721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34721" y="237528"/>
                    </a:lnTo>
                    <a:lnTo>
                      <a:pt x="434721" y="204343"/>
                    </a:lnTo>
                    <a:close/>
                  </a:path>
                  <a:path extrusionOk="0" h="373379" w="434975">
                    <a:moveTo>
                      <a:pt x="434721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34721" y="169760"/>
                    </a:lnTo>
                    <a:lnTo>
                      <a:pt x="434721" y="136575"/>
                    </a:lnTo>
                    <a:close/>
                  </a:path>
                  <a:path extrusionOk="0" h="373379" w="434975">
                    <a:moveTo>
                      <a:pt x="434721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34721" y="101993"/>
                    </a:lnTo>
                    <a:lnTo>
                      <a:pt x="434721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43" name="Google Shape;243;p5"/>
              <p:cNvSpPr/>
              <p:nvPr/>
            </p:nvSpPr>
            <p:spPr>
              <a:xfrm>
                <a:off x="179915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44" name="Google Shape;244;p5"/>
              <p:cNvSpPr/>
              <p:nvPr/>
            </p:nvSpPr>
            <p:spPr>
              <a:xfrm>
                <a:off x="1858370" y="10749260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45" name="Google Shape;245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197253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46" name="Google Shape;246;p5"/>
              <p:cNvSpPr/>
              <p:nvPr/>
            </p:nvSpPr>
            <p:spPr>
              <a:xfrm>
                <a:off x="858220" y="10690042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47" name="Google Shape;247;p5"/>
              <p:cNvSpPr/>
              <p:nvPr/>
            </p:nvSpPr>
            <p:spPr>
              <a:xfrm>
                <a:off x="858215" y="10690040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48" name="Google Shape;248;p5"/>
            <p:cNvGrpSpPr/>
            <p:nvPr/>
          </p:nvGrpSpPr>
          <p:grpSpPr>
            <a:xfrm>
              <a:off x="2740081" y="10690766"/>
              <a:ext cx="869693" cy="434986"/>
              <a:chOff x="2740081" y="10690766"/>
              <a:chExt cx="869693" cy="434986"/>
            </a:xfrm>
          </p:grpSpPr>
          <p:sp>
            <p:nvSpPr>
              <p:cNvPr id="249" name="Google Shape;249;p5"/>
              <p:cNvSpPr/>
              <p:nvPr/>
            </p:nvSpPr>
            <p:spPr>
              <a:xfrm>
                <a:off x="317479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50" name="Google Shape;250;p5"/>
              <p:cNvSpPr/>
              <p:nvPr/>
            </p:nvSpPr>
            <p:spPr>
              <a:xfrm>
                <a:off x="3174797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0" y="0"/>
                    </a:lnTo>
                    <a:lnTo>
                      <a:pt x="148386" y="215874"/>
                    </a:lnTo>
                    <a:lnTo>
                      <a:pt x="0" y="434721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21" y="215874"/>
                    </a:moveTo>
                    <a:lnTo>
                      <a:pt x="0" y="0"/>
                    </a:lnTo>
                    <a:lnTo>
                      <a:pt x="286219" y="215874"/>
                    </a:lnTo>
                    <a:lnTo>
                      <a:pt x="0" y="434721"/>
                    </a:lnTo>
                    <a:lnTo>
                      <a:pt x="434721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51" name="Google Shape;251;p5"/>
              <p:cNvSpPr/>
              <p:nvPr/>
            </p:nvSpPr>
            <p:spPr>
              <a:xfrm>
                <a:off x="2740081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52" name="Google Shape;252;p5"/>
              <p:cNvSpPr/>
              <p:nvPr/>
            </p:nvSpPr>
            <p:spPr>
              <a:xfrm>
                <a:off x="2820586" y="10771274"/>
                <a:ext cx="274319" cy="274320"/>
              </a:xfrm>
              <a:custGeom>
                <a:rect b="b" l="l" r="r" t="t"/>
                <a:pathLst>
                  <a:path extrusionOk="0" h="274320" w="274319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53" name="Google Shape;253;p5"/>
              <p:cNvSpPr/>
              <p:nvPr/>
            </p:nvSpPr>
            <p:spPr>
              <a:xfrm>
                <a:off x="2904819" y="10827568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54" name="Google Shape;254;p5"/>
            <p:cNvGrpSpPr/>
            <p:nvPr/>
          </p:nvGrpSpPr>
          <p:grpSpPr>
            <a:xfrm>
              <a:off x="2233866" y="10689316"/>
              <a:ext cx="506730" cy="434975"/>
              <a:chOff x="2233866" y="10689316"/>
              <a:chExt cx="506730" cy="434975"/>
            </a:xfrm>
          </p:grpSpPr>
          <p:sp>
            <p:nvSpPr>
              <p:cNvPr id="255" name="Google Shape;255;p5"/>
              <p:cNvSpPr/>
              <p:nvPr/>
            </p:nvSpPr>
            <p:spPr>
              <a:xfrm>
                <a:off x="2233866" y="10689316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56" name="Google Shape;256;p5"/>
              <p:cNvSpPr/>
              <p:nvPr/>
            </p:nvSpPr>
            <p:spPr>
              <a:xfrm>
                <a:off x="2430364" y="10826784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257" name="Google Shape;257;p5"/>
            <p:cNvSpPr/>
            <p:nvPr/>
          </p:nvSpPr>
          <p:spPr>
            <a:xfrm>
              <a:off x="6796786" y="10691450"/>
              <a:ext cx="436245" cy="434975"/>
            </a:xfrm>
            <a:custGeom>
              <a:rect b="b" l="l" r="r" t="t"/>
              <a:pathLst>
                <a:path extrusionOk="0" h="434975" w="436245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5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5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5">
                  <a:moveTo>
                    <a:pt x="435978" y="101"/>
                  </a:moveTo>
                  <a:close/>
                </a:path>
                <a:path extrusionOk="0" h="434975" w="436245">
                  <a:moveTo>
                    <a:pt x="435978" y="50"/>
                  </a:move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5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258" name="Google Shape;258;p5"/>
            <p:cNvGrpSpPr/>
            <p:nvPr/>
          </p:nvGrpSpPr>
          <p:grpSpPr>
            <a:xfrm>
              <a:off x="4987111" y="10691448"/>
              <a:ext cx="869699" cy="434990"/>
              <a:chOff x="4987111" y="10691448"/>
              <a:chExt cx="869699" cy="434990"/>
            </a:xfrm>
          </p:grpSpPr>
          <p:sp>
            <p:nvSpPr>
              <p:cNvPr id="259" name="Google Shape;259;p5"/>
              <p:cNvSpPr/>
              <p:nvPr/>
            </p:nvSpPr>
            <p:spPr>
              <a:xfrm>
                <a:off x="5421835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60" name="Google Shape;260;p5"/>
              <p:cNvSpPr/>
              <p:nvPr/>
            </p:nvSpPr>
            <p:spPr>
              <a:xfrm>
                <a:off x="5421820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58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58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12" y="0"/>
                    </a:lnTo>
                    <a:lnTo>
                      <a:pt x="148399" y="215861"/>
                    </a:lnTo>
                    <a:lnTo>
                      <a:pt x="12" y="434721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12" y="0"/>
                    </a:lnTo>
                    <a:lnTo>
                      <a:pt x="286232" y="215861"/>
                    </a:lnTo>
                    <a:lnTo>
                      <a:pt x="12" y="434721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61" name="Google Shape;261;p5"/>
              <p:cNvSpPr/>
              <p:nvPr/>
            </p:nvSpPr>
            <p:spPr>
              <a:xfrm>
                <a:off x="498711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62" name="Google Shape;262;p5"/>
              <p:cNvSpPr/>
              <p:nvPr/>
            </p:nvSpPr>
            <p:spPr>
              <a:xfrm>
                <a:off x="5067620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63" name="Google Shape;263;p5"/>
              <p:cNvSpPr/>
              <p:nvPr/>
            </p:nvSpPr>
            <p:spPr>
              <a:xfrm>
                <a:off x="5151854" y="10828250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64" name="Google Shape;264;p5"/>
            <p:cNvGrpSpPr/>
            <p:nvPr/>
          </p:nvGrpSpPr>
          <p:grpSpPr>
            <a:xfrm>
              <a:off x="4046184" y="10690002"/>
              <a:ext cx="941448" cy="436346"/>
              <a:chOff x="4046184" y="10690002"/>
              <a:chExt cx="941448" cy="436346"/>
            </a:xfrm>
          </p:grpSpPr>
          <p:sp>
            <p:nvSpPr>
              <p:cNvPr id="265" name="Google Shape;265;p5"/>
              <p:cNvSpPr/>
              <p:nvPr/>
            </p:nvSpPr>
            <p:spPr>
              <a:xfrm>
                <a:off x="4046868" y="10691373"/>
                <a:ext cx="434339" cy="434975"/>
              </a:xfrm>
              <a:custGeom>
                <a:rect b="b" l="l" r="r" t="t"/>
                <a:pathLst>
                  <a:path extrusionOk="0" h="434975" w="434339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66" name="Google Shape;266;p5"/>
              <p:cNvSpPr/>
              <p:nvPr/>
            </p:nvSpPr>
            <p:spPr>
              <a:xfrm>
                <a:off x="4046184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67" name="Google Shape;267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404619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68" name="Google Shape;268;p5"/>
              <p:cNvSpPr/>
              <p:nvPr/>
            </p:nvSpPr>
            <p:spPr>
              <a:xfrm>
                <a:off x="4480903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69" name="Google Shape;269;p5"/>
              <p:cNvSpPr/>
              <p:nvPr/>
            </p:nvSpPr>
            <p:spPr>
              <a:xfrm>
                <a:off x="4677400" y="10827465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70" name="Google Shape;270;p5"/>
            <p:cNvGrpSpPr/>
            <p:nvPr/>
          </p:nvGrpSpPr>
          <p:grpSpPr>
            <a:xfrm>
              <a:off x="5856551" y="10691448"/>
              <a:ext cx="941449" cy="435035"/>
              <a:chOff x="5856551" y="10691448"/>
              <a:chExt cx="941449" cy="435035"/>
            </a:xfrm>
          </p:grpSpPr>
          <p:sp>
            <p:nvSpPr>
              <p:cNvPr id="271" name="Google Shape;271;p5"/>
              <p:cNvSpPr/>
              <p:nvPr/>
            </p:nvSpPr>
            <p:spPr>
              <a:xfrm>
                <a:off x="585655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72" name="Google Shape;272;p5"/>
              <p:cNvSpPr/>
              <p:nvPr/>
            </p:nvSpPr>
            <p:spPr>
              <a:xfrm>
                <a:off x="585655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73" name="Google Shape;273;p5"/>
              <p:cNvSpPr/>
              <p:nvPr/>
            </p:nvSpPr>
            <p:spPr>
              <a:xfrm>
                <a:off x="5856558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74" name="Google Shape;274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5856556" y="10847083"/>
                <a:ext cx="279083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75" name="Google Shape;275;p5"/>
              <p:cNvSpPr/>
              <p:nvPr/>
            </p:nvSpPr>
            <p:spPr>
              <a:xfrm>
                <a:off x="6291271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76" name="Google Shape;276;p5"/>
              <p:cNvSpPr/>
              <p:nvPr/>
            </p:nvSpPr>
            <p:spPr>
              <a:xfrm>
                <a:off x="6291262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77" name="Google Shape;277;p5"/>
            <p:cNvGrpSpPr/>
            <p:nvPr/>
          </p:nvGrpSpPr>
          <p:grpSpPr>
            <a:xfrm>
              <a:off x="3611467" y="10689312"/>
              <a:ext cx="434975" cy="434975"/>
              <a:chOff x="3611467" y="10689312"/>
              <a:chExt cx="434975" cy="434975"/>
            </a:xfrm>
          </p:grpSpPr>
          <p:sp>
            <p:nvSpPr>
              <p:cNvPr id="278" name="Google Shape;278;p5"/>
              <p:cNvSpPr/>
              <p:nvPr/>
            </p:nvSpPr>
            <p:spPr>
              <a:xfrm>
                <a:off x="3611467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79" name="Google Shape;279;p5"/>
              <p:cNvSpPr/>
              <p:nvPr/>
            </p:nvSpPr>
            <p:spPr>
              <a:xfrm>
                <a:off x="3670685" y="10748534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80" name="Google Shape;280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78485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281" name="Google Shape;281;p5"/>
            <p:cNvGrpSpPr/>
            <p:nvPr/>
          </p:nvGrpSpPr>
          <p:grpSpPr>
            <a:xfrm>
              <a:off x="7228599" y="10690042"/>
              <a:ext cx="863299" cy="434975"/>
              <a:chOff x="7228599" y="10690042"/>
              <a:chExt cx="863299" cy="434975"/>
            </a:xfrm>
          </p:grpSpPr>
          <p:sp>
            <p:nvSpPr>
              <p:cNvPr id="282" name="Google Shape;282;p5"/>
              <p:cNvSpPr/>
              <p:nvPr/>
            </p:nvSpPr>
            <p:spPr>
              <a:xfrm>
                <a:off x="7228602" y="10690042"/>
                <a:ext cx="428625" cy="434975"/>
              </a:xfrm>
              <a:custGeom>
                <a:rect b="b" l="l" r="r" t="t"/>
                <a:pathLst>
                  <a:path extrusionOk="0" h="434975" w="428625">
                    <a:moveTo>
                      <a:pt x="428320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28320" y="434719"/>
                    </a:lnTo>
                    <a:lnTo>
                      <a:pt x="42832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83" name="Google Shape;283;p5"/>
              <p:cNvSpPr/>
              <p:nvPr/>
            </p:nvSpPr>
            <p:spPr>
              <a:xfrm>
                <a:off x="7228599" y="10720876"/>
                <a:ext cx="428625" cy="373379"/>
              </a:xfrm>
              <a:custGeom>
                <a:rect b="b" l="l" r="r" t="t"/>
                <a:pathLst>
                  <a:path extrusionOk="0" h="373379" w="428625">
                    <a:moveTo>
                      <a:pt x="60096" y="351472"/>
                    </a:moveTo>
                    <a:lnTo>
                      <a:pt x="22682" y="329869"/>
                    </a:lnTo>
                    <a:lnTo>
                      <a:pt x="22682" y="373062"/>
                    </a:lnTo>
                    <a:lnTo>
                      <a:pt x="60096" y="351472"/>
                    </a:lnTo>
                    <a:close/>
                  </a:path>
                  <a:path extrusionOk="0" h="373379" w="428625">
                    <a:moveTo>
                      <a:pt x="60096" y="21590"/>
                    </a:moveTo>
                    <a:lnTo>
                      <a:pt x="22682" y="0"/>
                    </a:lnTo>
                    <a:lnTo>
                      <a:pt x="22682" y="43192"/>
                    </a:lnTo>
                    <a:lnTo>
                      <a:pt x="60096" y="21590"/>
                    </a:lnTo>
                    <a:close/>
                  </a:path>
                  <a:path extrusionOk="0" h="373379" w="428625">
                    <a:moveTo>
                      <a:pt x="128765" y="351472"/>
                    </a:moveTo>
                    <a:lnTo>
                      <a:pt x="91351" y="329869"/>
                    </a:lnTo>
                    <a:lnTo>
                      <a:pt x="91351" y="373062"/>
                    </a:lnTo>
                    <a:lnTo>
                      <a:pt x="128765" y="351472"/>
                    </a:lnTo>
                    <a:close/>
                  </a:path>
                  <a:path extrusionOk="0" h="373379" w="428625">
                    <a:moveTo>
                      <a:pt x="128765" y="21590"/>
                    </a:moveTo>
                    <a:lnTo>
                      <a:pt x="91351" y="0"/>
                    </a:lnTo>
                    <a:lnTo>
                      <a:pt x="91351" y="43192"/>
                    </a:lnTo>
                    <a:lnTo>
                      <a:pt x="128765" y="21590"/>
                    </a:lnTo>
                    <a:close/>
                  </a:path>
                  <a:path extrusionOk="0" h="373379" w="428625">
                    <a:moveTo>
                      <a:pt x="197434" y="351472"/>
                    </a:moveTo>
                    <a:lnTo>
                      <a:pt x="160032" y="329869"/>
                    </a:lnTo>
                    <a:lnTo>
                      <a:pt x="160032" y="373062"/>
                    </a:lnTo>
                    <a:lnTo>
                      <a:pt x="197434" y="351472"/>
                    </a:lnTo>
                    <a:close/>
                  </a:path>
                  <a:path extrusionOk="0" h="373379" w="428625">
                    <a:moveTo>
                      <a:pt x="197434" y="21590"/>
                    </a:moveTo>
                    <a:lnTo>
                      <a:pt x="160032" y="0"/>
                    </a:lnTo>
                    <a:lnTo>
                      <a:pt x="160032" y="43192"/>
                    </a:lnTo>
                    <a:lnTo>
                      <a:pt x="197434" y="21590"/>
                    </a:lnTo>
                    <a:close/>
                  </a:path>
                  <a:path extrusionOk="0" h="373379" w="428625">
                    <a:moveTo>
                      <a:pt x="266103" y="351472"/>
                    </a:moveTo>
                    <a:lnTo>
                      <a:pt x="228701" y="329869"/>
                    </a:lnTo>
                    <a:lnTo>
                      <a:pt x="228701" y="373062"/>
                    </a:lnTo>
                    <a:lnTo>
                      <a:pt x="266103" y="351472"/>
                    </a:lnTo>
                    <a:close/>
                  </a:path>
                  <a:path extrusionOk="0" h="373379" w="428625">
                    <a:moveTo>
                      <a:pt x="266103" y="21590"/>
                    </a:moveTo>
                    <a:lnTo>
                      <a:pt x="228701" y="0"/>
                    </a:lnTo>
                    <a:lnTo>
                      <a:pt x="228701" y="43192"/>
                    </a:lnTo>
                    <a:lnTo>
                      <a:pt x="266103" y="21590"/>
                    </a:lnTo>
                    <a:close/>
                  </a:path>
                  <a:path extrusionOk="0" h="373379" w="428625">
                    <a:moveTo>
                      <a:pt x="334784" y="351472"/>
                    </a:moveTo>
                    <a:lnTo>
                      <a:pt x="297370" y="329869"/>
                    </a:lnTo>
                    <a:lnTo>
                      <a:pt x="297370" y="373062"/>
                    </a:lnTo>
                    <a:lnTo>
                      <a:pt x="334784" y="351472"/>
                    </a:lnTo>
                    <a:close/>
                  </a:path>
                  <a:path extrusionOk="0" h="373379" w="428625">
                    <a:moveTo>
                      <a:pt x="334784" y="21590"/>
                    </a:moveTo>
                    <a:lnTo>
                      <a:pt x="297370" y="0"/>
                    </a:lnTo>
                    <a:lnTo>
                      <a:pt x="297370" y="43192"/>
                    </a:lnTo>
                    <a:lnTo>
                      <a:pt x="334784" y="21590"/>
                    </a:lnTo>
                    <a:close/>
                  </a:path>
                  <a:path extrusionOk="0" h="373379" w="428625">
                    <a:moveTo>
                      <a:pt x="403453" y="351472"/>
                    </a:moveTo>
                    <a:lnTo>
                      <a:pt x="366039" y="329869"/>
                    </a:lnTo>
                    <a:lnTo>
                      <a:pt x="366039" y="373062"/>
                    </a:lnTo>
                    <a:lnTo>
                      <a:pt x="403453" y="351472"/>
                    </a:lnTo>
                    <a:close/>
                  </a:path>
                  <a:path extrusionOk="0" h="373379" w="428625">
                    <a:moveTo>
                      <a:pt x="403453" y="21590"/>
                    </a:moveTo>
                    <a:lnTo>
                      <a:pt x="366039" y="0"/>
                    </a:lnTo>
                    <a:lnTo>
                      <a:pt x="366039" y="43192"/>
                    </a:lnTo>
                    <a:lnTo>
                      <a:pt x="403453" y="21590"/>
                    </a:lnTo>
                    <a:close/>
                  </a:path>
                  <a:path extrusionOk="0" h="373379" w="428625">
                    <a:moveTo>
                      <a:pt x="428320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28320" y="305295"/>
                    </a:lnTo>
                    <a:lnTo>
                      <a:pt x="428320" y="272110"/>
                    </a:lnTo>
                    <a:close/>
                  </a:path>
                  <a:path extrusionOk="0" h="373379" w="428625">
                    <a:moveTo>
                      <a:pt x="428320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28320" y="237528"/>
                    </a:lnTo>
                    <a:lnTo>
                      <a:pt x="428320" y="204343"/>
                    </a:lnTo>
                    <a:close/>
                  </a:path>
                  <a:path extrusionOk="0" h="373379" w="428625">
                    <a:moveTo>
                      <a:pt x="428320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28320" y="169760"/>
                    </a:lnTo>
                    <a:lnTo>
                      <a:pt x="428320" y="136575"/>
                    </a:lnTo>
                    <a:close/>
                  </a:path>
                  <a:path extrusionOk="0" h="373379" w="428625">
                    <a:moveTo>
                      <a:pt x="428320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28320" y="101993"/>
                    </a:lnTo>
                    <a:lnTo>
                      <a:pt x="428320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84" name="Google Shape;284;p5"/>
              <p:cNvSpPr/>
              <p:nvPr/>
            </p:nvSpPr>
            <p:spPr>
              <a:xfrm>
                <a:off x="7656923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85" name="Google Shape;285;p5"/>
              <p:cNvSpPr/>
              <p:nvPr/>
            </p:nvSpPr>
            <p:spPr>
              <a:xfrm>
                <a:off x="7716139" y="10749260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86" name="Google Shape;286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783030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287" name="Google Shape;287;p5"/>
            <p:cNvGrpSpPr/>
            <p:nvPr/>
          </p:nvGrpSpPr>
          <p:grpSpPr>
            <a:xfrm>
              <a:off x="8597850" y="10690766"/>
              <a:ext cx="869695" cy="434986"/>
              <a:chOff x="8597850" y="10690766"/>
              <a:chExt cx="869695" cy="434986"/>
            </a:xfrm>
          </p:grpSpPr>
          <p:sp>
            <p:nvSpPr>
              <p:cNvPr id="288" name="Google Shape;288;p5"/>
              <p:cNvSpPr/>
              <p:nvPr/>
            </p:nvSpPr>
            <p:spPr>
              <a:xfrm>
                <a:off x="903256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89" name="Google Shape;289;p5"/>
              <p:cNvSpPr/>
              <p:nvPr/>
            </p:nvSpPr>
            <p:spPr>
              <a:xfrm>
                <a:off x="9032570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38" y="50"/>
                    </a:lnTo>
                    <a:lnTo>
                      <a:pt x="148374" y="215874"/>
                    </a:lnTo>
                    <a:lnTo>
                      <a:pt x="38" y="434682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08" y="215874"/>
                    </a:moveTo>
                    <a:lnTo>
                      <a:pt x="38" y="50"/>
                    </a:lnTo>
                    <a:lnTo>
                      <a:pt x="286219" y="215874"/>
                    </a:lnTo>
                    <a:lnTo>
                      <a:pt x="38" y="434682"/>
                    </a:lnTo>
                    <a:lnTo>
                      <a:pt x="434708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90" name="Google Shape;290;p5"/>
              <p:cNvSpPr/>
              <p:nvPr/>
            </p:nvSpPr>
            <p:spPr>
              <a:xfrm>
                <a:off x="8597850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91" name="Google Shape;291;p5"/>
              <p:cNvSpPr/>
              <p:nvPr/>
            </p:nvSpPr>
            <p:spPr>
              <a:xfrm>
                <a:off x="8678355" y="10771274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92" name="Google Shape;292;p5"/>
              <p:cNvSpPr/>
              <p:nvPr/>
            </p:nvSpPr>
            <p:spPr>
              <a:xfrm>
                <a:off x="8762588" y="10827568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93" name="Google Shape;293;p5"/>
            <p:cNvGrpSpPr/>
            <p:nvPr/>
          </p:nvGrpSpPr>
          <p:grpSpPr>
            <a:xfrm>
              <a:off x="8091640" y="10689316"/>
              <a:ext cx="506729" cy="434975"/>
              <a:chOff x="8091640" y="10689316"/>
              <a:chExt cx="506729" cy="434975"/>
            </a:xfrm>
          </p:grpSpPr>
          <p:sp>
            <p:nvSpPr>
              <p:cNvPr id="294" name="Google Shape;294;p5"/>
              <p:cNvSpPr/>
              <p:nvPr/>
            </p:nvSpPr>
            <p:spPr>
              <a:xfrm>
                <a:off x="8091640" y="10689316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95" name="Google Shape;295;p5"/>
              <p:cNvSpPr/>
              <p:nvPr/>
            </p:nvSpPr>
            <p:spPr>
              <a:xfrm>
                <a:off x="8288134" y="10826784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296" name="Google Shape;296;p5"/>
            <p:cNvSpPr/>
            <p:nvPr/>
          </p:nvSpPr>
          <p:spPr>
            <a:xfrm>
              <a:off x="12654560" y="10691450"/>
              <a:ext cx="436244" cy="434975"/>
            </a:xfrm>
            <a:custGeom>
              <a:rect b="b" l="l" r="r" t="t"/>
              <a:pathLst>
                <a:path extrusionOk="0" h="434975" w="436244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4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4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4">
                  <a:moveTo>
                    <a:pt x="435978" y="101"/>
                  </a:moveTo>
                  <a:close/>
                </a:path>
                <a:path extrusionOk="0" h="434975" w="436244">
                  <a:moveTo>
                    <a:pt x="435978" y="50"/>
                  </a:move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4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297" name="Google Shape;297;p5"/>
            <p:cNvGrpSpPr/>
            <p:nvPr/>
          </p:nvGrpSpPr>
          <p:grpSpPr>
            <a:xfrm>
              <a:off x="10844884" y="10691448"/>
              <a:ext cx="869695" cy="434990"/>
              <a:chOff x="10844884" y="10691448"/>
              <a:chExt cx="869695" cy="434990"/>
            </a:xfrm>
          </p:grpSpPr>
          <p:sp>
            <p:nvSpPr>
              <p:cNvPr id="298" name="Google Shape;298;p5"/>
              <p:cNvSpPr/>
              <p:nvPr/>
            </p:nvSpPr>
            <p:spPr>
              <a:xfrm>
                <a:off x="1127960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99" name="Google Shape;299;p5"/>
              <p:cNvSpPr/>
              <p:nvPr/>
            </p:nvSpPr>
            <p:spPr>
              <a:xfrm>
                <a:off x="11279594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46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46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50" y="50"/>
                    </a:lnTo>
                    <a:lnTo>
                      <a:pt x="148399" y="215861"/>
                    </a:lnTo>
                    <a:lnTo>
                      <a:pt x="50" y="434682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50" y="50"/>
                    </a:lnTo>
                    <a:lnTo>
                      <a:pt x="286219" y="215861"/>
                    </a:lnTo>
                    <a:lnTo>
                      <a:pt x="50" y="434682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00" name="Google Shape;300;p5"/>
              <p:cNvSpPr/>
              <p:nvPr/>
            </p:nvSpPr>
            <p:spPr>
              <a:xfrm>
                <a:off x="1084488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01" name="Google Shape;301;p5"/>
              <p:cNvSpPr/>
              <p:nvPr/>
            </p:nvSpPr>
            <p:spPr>
              <a:xfrm>
                <a:off x="10925395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02" name="Google Shape;302;p5"/>
              <p:cNvSpPr/>
              <p:nvPr/>
            </p:nvSpPr>
            <p:spPr>
              <a:xfrm>
                <a:off x="11009622" y="10828250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03" name="Google Shape;303;p5"/>
            <p:cNvGrpSpPr/>
            <p:nvPr/>
          </p:nvGrpSpPr>
          <p:grpSpPr>
            <a:xfrm>
              <a:off x="9903955" y="10690002"/>
              <a:ext cx="941450" cy="436346"/>
              <a:chOff x="9903955" y="10690002"/>
              <a:chExt cx="941450" cy="436346"/>
            </a:xfrm>
          </p:grpSpPr>
          <p:sp>
            <p:nvSpPr>
              <p:cNvPr id="304" name="Google Shape;304;p5"/>
              <p:cNvSpPr/>
              <p:nvPr/>
            </p:nvSpPr>
            <p:spPr>
              <a:xfrm>
                <a:off x="9904638" y="10691373"/>
                <a:ext cx="434340" cy="434975"/>
              </a:xfrm>
              <a:custGeom>
                <a:rect b="b" l="l" r="r" t="t"/>
                <a:pathLst>
                  <a:path extrusionOk="0" h="434975" w="434340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05" name="Google Shape;305;p5"/>
              <p:cNvSpPr/>
              <p:nvPr/>
            </p:nvSpPr>
            <p:spPr>
              <a:xfrm>
                <a:off x="9903955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06" name="Google Shape;306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990396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07" name="Google Shape;307;p5"/>
              <p:cNvSpPr/>
              <p:nvPr/>
            </p:nvSpPr>
            <p:spPr>
              <a:xfrm>
                <a:off x="10338676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196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196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08" name="Google Shape;308;p5"/>
              <p:cNvSpPr/>
              <p:nvPr/>
            </p:nvSpPr>
            <p:spPr>
              <a:xfrm>
                <a:off x="10535166" y="10827465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09" name="Google Shape;309;p5"/>
            <p:cNvGrpSpPr/>
            <p:nvPr/>
          </p:nvGrpSpPr>
          <p:grpSpPr>
            <a:xfrm>
              <a:off x="11714323" y="10691448"/>
              <a:ext cx="941449" cy="435035"/>
              <a:chOff x="11714323" y="10691448"/>
              <a:chExt cx="941449" cy="435035"/>
            </a:xfrm>
          </p:grpSpPr>
          <p:sp>
            <p:nvSpPr>
              <p:cNvPr id="310" name="Google Shape;310;p5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11" name="Google Shape;311;p5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12" name="Google Shape;312;p5"/>
              <p:cNvSpPr/>
              <p:nvPr/>
            </p:nvSpPr>
            <p:spPr>
              <a:xfrm>
                <a:off x="11714323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13" name="Google Shape;31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11714323" y="10847083"/>
                <a:ext cx="279090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14" name="Google Shape;314;p5"/>
              <p:cNvSpPr/>
              <p:nvPr/>
            </p:nvSpPr>
            <p:spPr>
              <a:xfrm>
                <a:off x="12149043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15" name="Google Shape;315;p5"/>
              <p:cNvSpPr/>
              <p:nvPr/>
            </p:nvSpPr>
            <p:spPr>
              <a:xfrm>
                <a:off x="12149036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16" name="Google Shape;316;p5"/>
            <p:cNvGrpSpPr/>
            <p:nvPr/>
          </p:nvGrpSpPr>
          <p:grpSpPr>
            <a:xfrm>
              <a:off x="9469238" y="10689312"/>
              <a:ext cx="434975" cy="434975"/>
              <a:chOff x="9469238" y="10689312"/>
              <a:chExt cx="434975" cy="434975"/>
            </a:xfrm>
          </p:grpSpPr>
          <p:sp>
            <p:nvSpPr>
              <p:cNvPr id="317" name="Google Shape;317;p5"/>
              <p:cNvSpPr/>
              <p:nvPr/>
            </p:nvSpPr>
            <p:spPr>
              <a:xfrm>
                <a:off x="9469238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18" name="Google Shape;318;p5"/>
              <p:cNvSpPr/>
              <p:nvPr/>
            </p:nvSpPr>
            <p:spPr>
              <a:xfrm>
                <a:off x="9528455" y="10748534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19" name="Google Shape;319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964262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  <p:transition spd="slow">
    <p:push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Title Slide 1">
  <p:cSld name="9_Title Slide_1"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6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accen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22" name="Google Shape;322;p6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60676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560676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23" name="Google Shape;323;p6"/>
          <p:cNvSpPr txBox="1"/>
          <p:nvPr>
            <p:ph idx="3" type="body"/>
          </p:nvPr>
        </p:nvSpPr>
        <p:spPr>
          <a:xfrm>
            <a:off x="4823917" y="2249092"/>
            <a:ext cx="6091500" cy="27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17500" lvl="0" marL="4572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indent="-355600" lvl="2" marL="1371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indent="-342900" lvl="3" marL="1828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indent="-342900" lvl="4" marL="22860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24" name="Google Shape;324;p6"/>
          <p:cNvSpPr txBox="1"/>
          <p:nvPr>
            <p:ph idx="4" type="body"/>
          </p:nvPr>
        </p:nvSpPr>
        <p:spPr>
          <a:xfrm>
            <a:off x="7142627" y="6566902"/>
            <a:ext cx="4862700" cy="20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325" name="Google Shape;325;p6"/>
          <p:cNvGrpSpPr/>
          <p:nvPr/>
        </p:nvGrpSpPr>
        <p:grpSpPr>
          <a:xfrm>
            <a:off x="0" y="6344554"/>
            <a:ext cx="9069309" cy="302872"/>
            <a:chOff x="0" y="10689312"/>
            <a:chExt cx="13090804" cy="437171"/>
          </a:xfrm>
        </p:grpSpPr>
        <p:grpSp>
          <p:nvGrpSpPr>
            <p:cNvPr id="326" name="Google Shape;326;p6"/>
            <p:cNvGrpSpPr/>
            <p:nvPr/>
          </p:nvGrpSpPr>
          <p:grpSpPr>
            <a:xfrm>
              <a:off x="0" y="10690041"/>
              <a:ext cx="858479" cy="435034"/>
              <a:chOff x="0" y="10690041"/>
              <a:chExt cx="858479" cy="435034"/>
            </a:xfrm>
          </p:grpSpPr>
          <p:sp>
            <p:nvSpPr>
              <p:cNvPr id="327" name="Google Shape;327;p6"/>
              <p:cNvSpPr/>
              <p:nvPr/>
            </p:nvSpPr>
            <p:spPr>
              <a:xfrm>
                <a:off x="0" y="10690548"/>
                <a:ext cx="423545" cy="423545"/>
              </a:xfrm>
              <a:custGeom>
                <a:rect b="b" l="l" r="r" t="t"/>
                <a:pathLst>
                  <a:path extrusionOk="0" h="423545" w="423545">
                    <a:moveTo>
                      <a:pt x="423265" y="76"/>
                    </a:moveTo>
                    <a:lnTo>
                      <a:pt x="0" y="112052"/>
                    </a:lnTo>
                    <a:lnTo>
                      <a:pt x="0" y="124612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265" y="76"/>
                    </a:moveTo>
                    <a:lnTo>
                      <a:pt x="0" y="149402"/>
                    </a:lnTo>
                    <a:lnTo>
                      <a:pt x="0" y="161963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341" y="38"/>
                    </a:moveTo>
                    <a:lnTo>
                      <a:pt x="0" y="74688"/>
                    </a:lnTo>
                    <a:lnTo>
                      <a:pt x="0" y="87236"/>
                    </a:lnTo>
                    <a:lnTo>
                      <a:pt x="423341" y="38"/>
                    </a:lnTo>
                    <a:close/>
                  </a:path>
                  <a:path extrusionOk="0" h="423545" w="423545">
                    <a:moveTo>
                      <a:pt x="423379" y="38"/>
                    </a:move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0"/>
                    </a:lnTo>
                    <a:lnTo>
                      <a:pt x="0" y="1252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50"/>
                    </a:lnTo>
                    <a:lnTo>
                      <a:pt x="0" y="4987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186753"/>
                    </a:lnTo>
                    <a:lnTo>
                      <a:pt x="0" y="19933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24091"/>
                    </a:lnTo>
                    <a:lnTo>
                      <a:pt x="0" y="23668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61454"/>
                    </a:lnTo>
                    <a:lnTo>
                      <a:pt x="0" y="27405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98805"/>
                    </a:lnTo>
                    <a:lnTo>
                      <a:pt x="0" y="311416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36143"/>
                    </a:lnTo>
                    <a:lnTo>
                      <a:pt x="0" y="348780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494"/>
                    </a:lnTo>
                    <a:lnTo>
                      <a:pt x="0" y="38614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410857"/>
                    </a:lnTo>
                    <a:lnTo>
                      <a:pt x="0" y="423506"/>
                    </a:lnTo>
                    <a:lnTo>
                      <a:pt x="423494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28" name="Google Shape;328;p6"/>
              <p:cNvSpPr/>
              <p:nvPr/>
            </p:nvSpPr>
            <p:spPr>
              <a:xfrm>
                <a:off x="423500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29" name="Google Shape;329;p6"/>
              <p:cNvSpPr/>
              <p:nvPr/>
            </p:nvSpPr>
            <p:spPr>
              <a:xfrm>
                <a:off x="423504" y="10690041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30" name="Google Shape;330;p6"/>
              <p:cNvSpPr/>
              <p:nvPr/>
            </p:nvSpPr>
            <p:spPr>
              <a:xfrm>
                <a:off x="423504" y="10845675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90" y="0"/>
                    </a:moveTo>
                    <a:lnTo>
                      <a:pt x="0" y="0"/>
                    </a:lnTo>
                    <a:lnTo>
                      <a:pt x="279090" y="279090"/>
                    </a:lnTo>
                    <a:lnTo>
                      <a:pt x="27909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31" name="Google Shape;331;p6"/>
              <p:cNvPicPr preferRelativeResize="0"/>
              <p:nvPr/>
            </p:nvPicPr>
            <p:blipFill rotWithShape="1">
              <a:blip r:embed="rId2">
                <a:alphaModFix/>
              </a:blip>
              <a:srcRect b="0" l="0" r="0" t="0"/>
              <a:stretch/>
            </p:blipFill>
            <p:spPr>
              <a:xfrm>
                <a:off x="423504" y="10845676"/>
                <a:ext cx="279086" cy="27908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332" name="Google Shape;332;p6"/>
            <p:cNvGrpSpPr/>
            <p:nvPr/>
          </p:nvGrpSpPr>
          <p:grpSpPr>
            <a:xfrm>
              <a:off x="858215" y="10690040"/>
              <a:ext cx="1375914" cy="434977"/>
              <a:chOff x="858215" y="10690040"/>
              <a:chExt cx="1375914" cy="434977"/>
            </a:xfrm>
          </p:grpSpPr>
          <p:sp>
            <p:nvSpPr>
              <p:cNvPr id="333" name="Google Shape;333;p6"/>
              <p:cNvSpPr/>
              <p:nvPr/>
            </p:nvSpPr>
            <p:spPr>
              <a:xfrm>
                <a:off x="136443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34" name="Google Shape;334;p6"/>
              <p:cNvSpPr/>
              <p:nvPr/>
            </p:nvSpPr>
            <p:spPr>
              <a:xfrm>
                <a:off x="1364424" y="10720876"/>
                <a:ext cx="434975" cy="373379"/>
              </a:xfrm>
              <a:custGeom>
                <a:rect b="b" l="l" r="r" t="t"/>
                <a:pathLst>
                  <a:path extrusionOk="0" h="373379" w="434975">
                    <a:moveTo>
                      <a:pt x="66509" y="351472"/>
                    </a:moveTo>
                    <a:lnTo>
                      <a:pt x="29095" y="329869"/>
                    </a:lnTo>
                    <a:lnTo>
                      <a:pt x="29095" y="373062"/>
                    </a:lnTo>
                    <a:lnTo>
                      <a:pt x="66509" y="351472"/>
                    </a:lnTo>
                    <a:close/>
                  </a:path>
                  <a:path extrusionOk="0" h="373379" w="434975">
                    <a:moveTo>
                      <a:pt x="66509" y="21590"/>
                    </a:moveTo>
                    <a:lnTo>
                      <a:pt x="29095" y="0"/>
                    </a:lnTo>
                    <a:lnTo>
                      <a:pt x="29095" y="43192"/>
                    </a:lnTo>
                    <a:lnTo>
                      <a:pt x="66509" y="21590"/>
                    </a:lnTo>
                    <a:close/>
                  </a:path>
                  <a:path extrusionOk="0" h="373379" w="434975">
                    <a:moveTo>
                      <a:pt x="135178" y="351472"/>
                    </a:moveTo>
                    <a:lnTo>
                      <a:pt x="97764" y="329869"/>
                    </a:lnTo>
                    <a:lnTo>
                      <a:pt x="97764" y="373062"/>
                    </a:lnTo>
                    <a:lnTo>
                      <a:pt x="135178" y="351472"/>
                    </a:lnTo>
                    <a:close/>
                  </a:path>
                  <a:path extrusionOk="0" h="373379" w="434975">
                    <a:moveTo>
                      <a:pt x="135178" y="21590"/>
                    </a:moveTo>
                    <a:lnTo>
                      <a:pt x="97764" y="0"/>
                    </a:lnTo>
                    <a:lnTo>
                      <a:pt x="97764" y="43192"/>
                    </a:lnTo>
                    <a:lnTo>
                      <a:pt x="135178" y="21590"/>
                    </a:lnTo>
                    <a:close/>
                  </a:path>
                  <a:path extrusionOk="0" h="373379" w="434975">
                    <a:moveTo>
                      <a:pt x="203847" y="351472"/>
                    </a:moveTo>
                    <a:lnTo>
                      <a:pt x="166433" y="329869"/>
                    </a:lnTo>
                    <a:lnTo>
                      <a:pt x="166433" y="373062"/>
                    </a:lnTo>
                    <a:lnTo>
                      <a:pt x="203847" y="351472"/>
                    </a:lnTo>
                    <a:close/>
                  </a:path>
                  <a:path extrusionOk="0" h="373379" w="434975">
                    <a:moveTo>
                      <a:pt x="203847" y="21590"/>
                    </a:moveTo>
                    <a:lnTo>
                      <a:pt x="166433" y="0"/>
                    </a:lnTo>
                    <a:lnTo>
                      <a:pt x="166433" y="43192"/>
                    </a:lnTo>
                    <a:lnTo>
                      <a:pt x="203847" y="21590"/>
                    </a:lnTo>
                    <a:close/>
                  </a:path>
                  <a:path extrusionOk="0" h="373379" w="434975">
                    <a:moveTo>
                      <a:pt x="272516" y="351472"/>
                    </a:moveTo>
                    <a:lnTo>
                      <a:pt x="235102" y="329869"/>
                    </a:lnTo>
                    <a:lnTo>
                      <a:pt x="235102" y="373062"/>
                    </a:lnTo>
                    <a:lnTo>
                      <a:pt x="272516" y="351472"/>
                    </a:lnTo>
                    <a:close/>
                  </a:path>
                  <a:path extrusionOk="0" h="373379" w="434975">
                    <a:moveTo>
                      <a:pt x="272516" y="21590"/>
                    </a:moveTo>
                    <a:lnTo>
                      <a:pt x="235102" y="0"/>
                    </a:lnTo>
                    <a:lnTo>
                      <a:pt x="235102" y="43192"/>
                    </a:lnTo>
                    <a:lnTo>
                      <a:pt x="272516" y="21590"/>
                    </a:lnTo>
                    <a:close/>
                  </a:path>
                  <a:path extrusionOk="0" h="373379" w="434975">
                    <a:moveTo>
                      <a:pt x="341185" y="351472"/>
                    </a:moveTo>
                    <a:lnTo>
                      <a:pt x="303771" y="329869"/>
                    </a:lnTo>
                    <a:lnTo>
                      <a:pt x="303771" y="373062"/>
                    </a:lnTo>
                    <a:lnTo>
                      <a:pt x="341185" y="351472"/>
                    </a:lnTo>
                    <a:close/>
                  </a:path>
                  <a:path extrusionOk="0" h="373379" w="434975">
                    <a:moveTo>
                      <a:pt x="341185" y="21590"/>
                    </a:moveTo>
                    <a:lnTo>
                      <a:pt x="303771" y="0"/>
                    </a:lnTo>
                    <a:lnTo>
                      <a:pt x="303771" y="43192"/>
                    </a:lnTo>
                    <a:lnTo>
                      <a:pt x="341185" y="21590"/>
                    </a:lnTo>
                    <a:close/>
                  </a:path>
                  <a:path extrusionOk="0" h="373379" w="434975">
                    <a:moveTo>
                      <a:pt x="409854" y="351472"/>
                    </a:moveTo>
                    <a:lnTo>
                      <a:pt x="372440" y="329869"/>
                    </a:lnTo>
                    <a:lnTo>
                      <a:pt x="372440" y="373062"/>
                    </a:lnTo>
                    <a:lnTo>
                      <a:pt x="409854" y="351472"/>
                    </a:lnTo>
                    <a:close/>
                  </a:path>
                  <a:path extrusionOk="0" h="373379" w="434975">
                    <a:moveTo>
                      <a:pt x="409854" y="21590"/>
                    </a:moveTo>
                    <a:lnTo>
                      <a:pt x="372440" y="0"/>
                    </a:lnTo>
                    <a:lnTo>
                      <a:pt x="372440" y="43192"/>
                    </a:lnTo>
                    <a:lnTo>
                      <a:pt x="409854" y="21590"/>
                    </a:lnTo>
                    <a:close/>
                  </a:path>
                  <a:path extrusionOk="0" h="373379" w="434975">
                    <a:moveTo>
                      <a:pt x="434721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34721" y="305295"/>
                    </a:lnTo>
                    <a:lnTo>
                      <a:pt x="434721" y="272110"/>
                    </a:lnTo>
                    <a:close/>
                  </a:path>
                  <a:path extrusionOk="0" h="373379" w="434975">
                    <a:moveTo>
                      <a:pt x="434721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34721" y="237528"/>
                    </a:lnTo>
                    <a:lnTo>
                      <a:pt x="434721" y="204343"/>
                    </a:lnTo>
                    <a:close/>
                  </a:path>
                  <a:path extrusionOk="0" h="373379" w="434975">
                    <a:moveTo>
                      <a:pt x="434721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34721" y="169760"/>
                    </a:lnTo>
                    <a:lnTo>
                      <a:pt x="434721" y="136575"/>
                    </a:lnTo>
                    <a:close/>
                  </a:path>
                  <a:path extrusionOk="0" h="373379" w="434975">
                    <a:moveTo>
                      <a:pt x="434721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34721" y="101993"/>
                    </a:lnTo>
                    <a:lnTo>
                      <a:pt x="434721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35" name="Google Shape;335;p6"/>
              <p:cNvSpPr/>
              <p:nvPr/>
            </p:nvSpPr>
            <p:spPr>
              <a:xfrm>
                <a:off x="179915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36" name="Google Shape;336;p6"/>
              <p:cNvSpPr/>
              <p:nvPr/>
            </p:nvSpPr>
            <p:spPr>
              <a:xfrm>
                <a:off x="1858370" y="10749260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37" name="Google Shape;337;p6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197253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38" name="Google Shape;338;p6"/>
              <p:cNvSpPr/>
              <p:nvPr/>
            </p:nvSpPr>
            <p:spPr>
              <a:xfrm>
                <a:off x="858220" y="10690042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39" name="Google Shape;339;p6"/>
              <p:cNvSpPr/>
              <p:nvPr/>
            </p:nvSpPr>
            <p:spPr>
              <a:xfrm>
                <a:off x="858215" y="10690040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40" name="Google Shape;340;p6"/>
            <p:cNvGrpSpPr/>
            <p:nvPr/>
          </p:nvGrpSpPr>
          <p:grpSpPr>
            <a:xfrm>
              <a:off x="2740081" y="10690766"/>
              <a:ext cx="869693" cy="434986"/>
              <a:chOff x="2740081" y="10690766"/>
              <a:chExt cx="869693" cy="434986"/>
            </a:xfrm>
          </p:grpSpPr>
          <p:sp>
            <p:nvSpPr>
              <p:cNvPr id="341" name="Google Shape;341;p6"/>
              <p:cNvSpPr/>
              <p:nvPr/>
            </p:nvSpPr>
            <p:spPr>
              <a:xfrm>
                <a:off x="317479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42" name="Google Shape;342;p6"/>
              <p:cNvSpPr/>
              <p:nvPr/>
            </p:nvSpPr>
            <p:spPr>
              <a:xfrm>
                <a:off x="3174797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0" y="0"/>
                    </a:lnTo>
                    <a:lnTo>
                      <a:pt x="148386" y="215874"/>
                    </a:lnTo>
                    <a:lnTo>
                      <a:pt x="0" y="434721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21" y="215874"/>
                    </a:moveTo>
                    <a:lnTo>
                      <a:pt x="0" y="0"/>
                    </a:lnTo>
                    <a:lnTo>
                      <a:pt x="286219" y="215874"/>
                    </a:lnTo>
                    <a:lnTo>
                      <a:pt x="0" y="434721"/>
                    </a:lnTo>
                    <a:lnTo>
                      <a:pt x="434721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43" name="Google Shape;343;p6"/>
              <p:cNvSpPr/>
              <p:nvPr/>
            </p:nvSpPr>
            <p:spPr>
              <a:xfrm>
                <a:off x="2740081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44" name="Google Shape;344;p6"/>
              <p:cNvSpPr/>
              <p:nvPr/>
            </p:nvSpPr>
            <p:spPr>
              <a:xfrm>
                <a:off x="2820586" y="10771274"/>
                <a:ext cx="274319" cy="274320"/>
              </a:xfrm>
              <a:custGeom>
                <a:rect b="b" l="l" r="r" t="t"/>
                <a:pathLst>
                  <a:path extrusionOk="0" h="274320" w="274319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45" name="Google Shape;345;p6"/>
              <p:cNvSpPr/>
              <p:nvPr/>
            </p:nvSpPr>
            <p:spPr>
              <a:xfrm>
                <a:off x="2904819" y="10827568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46" name="Google Shape;346;p6"/>
            <p:cNvGrpSpPr/>
            <p:nvPr/>
          </p:nvGrpSpPr>
          <p:grpSpPr>
            <a:xfrm>
              <a:off x="2233866" y="10689316"/>
              <a:ext cx="506730" cy="434975"/>
              <a:chOff x="2233866" y="10689316"/>
              <a:chExt cx="506730" cy="434975"/>
            </a:xfrm>
          </p:grpSpPr>
          <p:sp>
            <p:nvSpPr>
              <p:cNvPr id="347" name="Google Shape;347;p6"/>
              <p:cNvSpPr/>
              <p:nvPr/>
            </p:nvSpPr>
            <p:spPr>
              <a:xfrm>
                <a:off x="2233866" y="10689316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48" name="Google Shape;348;p6"/>
              <p:cNvSpPr/>
              <p:nvPr/>
            </p:nvSpPr>
            <p:spPr>
              <a:xfrm>
                <a:off x="2430364" y="10826784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349" name="Google Shape;349;p6"/>
            <p:cNvSpPr/>
            <p:nvPr/>
          </p:nvSpPr>
          <p:spPr>
            <a:xfrm>
              <a:off x="6796786" y="10691450"/>
              <a:ext cx="436245" cy="434975"/>
            </a:xfrm>
            <a:custGeom>
              <a:rect b="b" l="l" r="r" t="t"/>
              <a:pathLst>
                <a:path extrusionOk="0" h="434975" w="436245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5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5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5">
                  <a:moveTo>
                    <a:pt x="435978" y="101"/>
                  </a:moveTo>
                  <a:close/>
                </a:path>
                <a:path extrusionOk="0" h="434975" w="436245">
                  <a:moveTo>
                    <a:pt x="435978" y="50"/>
                  </a:move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5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350" name="Google Shape;350;p6"/>
            <p:cNvGrpSpPr/>
            <p:nvPr/>
          </p:nvGrpSpPr>
          <p:grpSpPr>
            <a:xfrm>
              <a:off x="4987111" y="10691448"/>
              <a:ext cx="869699" cy="434990"/>
              <a:chOff x="4987111" y="10691448"/>
              <a:chExt cx="869699" cy="434990"/>
            </a:xfrm>
          </p:grpSpPr>
          <p:sp>
            <p:nvSpPr>
              <p:cNvPr id="351" name="Google Shape;351;p6"/>
              <p:cNvSpPr/>
              <p:nvPr/>
            </p:nvSpPr>
            <p:spPr>
              <a:xfrm>
                <a:off x="5421835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52" name="Google Shape;352;p6"/>
              <p:cNvSpPr/>
              <p:nvPr/>
            </p:nvSpPr>
            <p:spPr>
              <a:xfrm>
                <a:off x="5421820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58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58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12" y="0"/>
                    </a:lnTo>
                    <a:lnTo>
                      <a:pt x="148399" y="215861"/>
                    </a:lnTo>
                    <a:lnTo>
                      <a:pt x="12" y="434721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12" y="0"/>
                    </a:lnTo>
                    <a:lnTo>
                      <a:pt x="286232" y="215861"/>
                    </a:lnTo>
                    <a:lnTo>
                      <a:pt x="12" y="434721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53" name="Google Shape;353;p6"/>
              <p:cNvSpPr/>
              <p:nvPr/>
            </p:nvSpPr>
            <p:spPr>
              <a:xfrm>
                <a:off x="498711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54" name="Google Shape;354;p6"/>
              <p:cNvSpPr/>
              <p:nvPr/>
            </p:nvSpPr>
            <p:spPr>
              <a:xfrm>
                <a:off x="5067620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55" name="Google Shape;355;p6"/>
              <p:cNvSpPr/>
              <p:nvPr/>
            </p:nvSpPr>
            <p:spPr>
              <a:xfrm>
                <a:off x="5151854" y="10828250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56" name="Google Shape;356;p6"/>
            <p:cNvGrpSpPr/>
            <p:nvPr/>
          </p:nvGrpSpPr>
          <p:grpSpPr>
            <a:xfrm>
              <a:off x="4046184" y="10690002"/>
              <a:ext cx="941448" cy="436346"/>
              <a:chOff x="4046184" y="10690002"/>
              <a:chExt cx="941448" cy="436346"/>
            </a:xfrm>
          </p:grpSpPr>
          <p:sp>
            <p:nvSpPr>
              <p:cNvPr id="357" name="Google Shape;357;p6"/>
              <p:cNvSpPr/>
              <p:nvPr/>
            </p:nvSpPr>
            <p:spPr>
              <a:xfrm>
                <a:off x="4046868" y="10691373"/>
                <a:ext cx="434339" cy="434975"/>
              </a:xfrm>
              <a:custGeom>
                <a:rect b="b" l="l" r="r" t="t"/>
                <a:pathLst>
                  <a:path extrusionOk="0" h="434975" w="434339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58" name="Google Shape;358;p6"/>
              <p:cNvSpPr/>
              <p:nvPr/>
            </p:nvSpPr>
            <p:spPr>
              <a:xfrm>
                <a:off x="4046184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59" name="Google Shape;359;p6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404619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60" name="Google Shape;360;p6"/>
              <p:cNvSpPr/>
              <p:nvPr/>
            </p:nvSpPr>
            <p:spPr>
              <a:xfrm>
                <a:off x="4480903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61" name="Google Shape;361;p6"/>
              <p:cNvSpPr/>
              <p:nvPr/>
            </p:nvSpPr>
            <p:spPr>
              <a:xfrm>
                <a:off x="4677400" y="10827465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62" name="Google Shape;362;p6"/>
            <p:cNvGrpSpPr/>
            <p:nvPr/>
          </p:nvGrpSpPr>
          <p:grpSpPr>
            <a:xfrm>
              <a:off x="5856551" y="10691448"/>
              <a:ext cx="941449" cy="435035"/>
              <a:chOff x="5856551" y="10691448"/>
              <a:chExt cx="941449" cy="435035"/>
            </a:xfrm>
          </p:grpSpPr>
          <p:sp>
            <p:nvSpPr>
              <p:cNvPr id="363" name="Google Shape;363;p6"/>
              <p:cNvSpPr/>
              <p:nvPr/>
            </p:nvSpPr>
            <p:spPr>
              <a:xfrm>
                <a:off x="585655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64" name="Google Shape;364;p6"/>
              <p:cNvSpPr/>
              <p:nvPr/>
            </p:nvSpPr>
            <p:spPr>
              <a:xfrm>
                <a:off x="585655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65" name="Google Shape;365;p6"/>
              <p:cNvSpPr/>
              <p:nvPr/>
            </p:nvSpPr>
            <p:spPr>
              <a:xfrm>
                <a:off x="5856558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66" name="Google Shape;366;p6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5856556" y="10847083"/>
                <a:ext cx="279083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67" name="Google Shape;367;p6"/>
              <p:cNvSpPr/>
              <p:nvPr/>
            </p:nvSpPr>
            <p:spPr>
              <a:xfrm>
                <a:off x="6291271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68" name="Google Shape;368;p6"/>
              <p:cNvSpPr/>
              <p:nvPr/>
            </p:nvSpPr>
            <p:spPr>
              <a:xfrm>
                <a:off x="6291262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69" name="Google Shape;369;p6"/>
            <p:cNvGrpSpPr/>
            <p:nvPr/>
          </p:nvGrpSpPr>
          <p:grpSpPr>
            <a:xfrm>
              <a:off x="3611467" y="10689312"/>
              <a:ext cx="434975" cy="434975"/>
              <a:chOff x="3611467" y="10689312"/>
              <a:chExt cx="434975" cy="434975"/>
            </a:xfrm>
          </p:grpSpPr>
          <p:sp>
            <p:nvSpPr>
              <p:cNvPr id="370" name="Google Shape;370;p6"/>
              <p:cNvSpPr/>
              <p:nvPr/>
            </p:nvSpPr>
            <p:spPr>
              <a:xfrm>
                <a:off x="3611467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71" name="Google Shape;371;p6"/>
              <p:cNvSpPr/>
              <p:nvPr/>
            </p:nvSpPr>
            <p:spPr>
              <a:xfrm>
                <a:off x="3670685" y="10748534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72" name="Google Shape;372;p6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78485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373" name="Google Shape;373;p6"/>
            <p:cNvGrpSpPr/>
            <p:nvPr/>
          </p:nvGrpSpPr>
          <p:grpSpPr>
            <a:xfrm>
              <a:off x="7228599" y="10690042"/>
              <a:ext cx="863299" cy="434975"/>
              <a:chOff x="7228599" y="10690042"/>
              <a:chExt cx="863299" cy="434975"/>
            </a:xfrm>
          </p:grpSpPr>
          <p:sp>
            <p:nvSpPr>
              <p:cNvPr id="374" name="Google Shape;374;p6"/>
              <p:cNvSpPr/>
              <p:nvPr/>
            </p:nvSpPr>
            <p:spPr>
              <a:xfrm>
                <a:off x="7228602" y="10690042"/>
                <a:ext cx="428625" cy="434975"/>
              </a:xfrm>
              <a:custGeom>
                <a:rect b="b" l="l" r="r" t="t"/>
                <a:pathLst>
                  <a:path extrusionOk="0" h="434975" w="428625">
                    <a:moveTo>
                      <a:pt x="428320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28320" y="434719"/>
                    </a:lnTo>
                    <a:lnTo>
                      <a:pt x="42832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75" name="Google Shape;375;p6"/>
              <p:cNvSpPr/>
              <p:nvPr/>
            </p:nvSpPr>
            <p:spPr>
              <a:xfrm>
                <a:off x="7228599" y="10720876"/>
                <a:ext cx="428625" cy="373379"/>
              </a:xfrm>
              <a:custGeom>
                <a:rect b="b" l="l" r="r" t="t"/>
                <a:pathLst>
                  <a:path extrusionOk="0" h="373379" w="428625">
                    <a:moveTo>
                      <a:pt x="60096" y="351472"/>
                    </a:moveTo>
                    <a:lnTo>
                      <a:pt x="22682" y="329869"/>
                    </a:lnTo>
                    <a:lnTo>
                      <a:pt x="22682" y="373062"/>
                    </a:lnTo>
                    <a:lnTo>
                      <a:pt x="60096" y="351472"/>
                    </a:lnTo>
                    <a:close/>
                  </a:path>
                  <a:path extrusionOk="0" h="373379" w="428625">
                    <a:moveTo>
                      <a:pt x="60096" y="21590"/>
                    </a:moveTo>
                    <a:lnTo>
                      <a:pt x="22682" y="0"/>
                    </a:lnTo>
                    <a:lnTo>
                      <a:pt x="22682" y="43192"/>
                    </a:lnTo>
                    <a:lnTo>
                      <a:pt x="60096" y="21590"/>
                    </a:lnTo>
                    <a:close/>
                  </a:path>
                  <a:path extrusionOk="0" h="373379" w="428625">
                    <a:moveTo>
                      <a:pt x="128765" y="351472"/>
                    </a:moveTo>
                    <a:lnTo>
                      <a:pt x="91351" y="329869"/>
                    </a:lnTo>
                    <a:lnTo>
                      <a:pt x="91351" y="373062"/>
                    </a:lnTo>
                    <a:lnTo>
                      <a:pt x="128765" y="351472"/>
                    </a:lnTo>
                    <a:close/>
                  </a:path>
                  <a:path extrusionOk="0" h="373379" w="428625">
                    <a:moveTo>
                      <a:pt x="128765" y="21590"/>
                    </a:moveTo>
                    <a:lnTo>
                      <a:pt x="91351" y="0"/>
                    </a:lnTo>
                    <a:lnTo>
                      <a:pt x="91351" y="43192"/>
                    </a:lnTo>
                    <a:lnTo>
                      <a:pt x="128765" y="21590"/>
                    </a:lnTo>
                    <a:close/>
                  </a:path>
                  <a:path extrusionOk="0" h="373379" w="428625">
                    <a:moveTo>
                      <a:pt x="197434" y="351472"/>
                    </a:moveTo>
                    <a:lnTo>
                      <a:pt x="160032" y="329869"/>
                    </a:lnTo>
                    <a:lnTo>
                      <a:pt x="160032" y="373062"/>
                    </a:lnTo>
                    <a:lnTo>
                      <a:pt x="197434" y="351472"/>
                    </a:lnTo>
                    <a:close/>
                  </a:path>
                  <a:path extrusionOk="0" h="373379" w="428625">
                    <a:moveTo>
                      <a:pt x="197434" y="21590"/>
                    </a:moveTo>
                    <a:lnTo>
                      <a:pt x="160032" y="0"/>
                    </a:lnTo>
                    <a:lnTo>
                      <a:pt x="160032" y="43192"/>
                    </a:lnTo>
                    <a:lnTo>
                      <a:pt x="197434" y="21590"/>
                    </a:lnTo>
                    <a:close/>
                  </a:path>
                  <a:path extrusionOk="0" h="373379" w="428625">
                    <a:moveTo>
                      <a:pt x="266103" y="351472"/>
                    </a:moveTo>
                    <a:lnTo>
                      <a:pt x="228701" y="329869"/>
                    </a:lnTo>
                    <a:lnTo>
                      <a:pt x="228701" y="373062"/>
                    </a:lnTo>
                    <a:lnTo>
                      <a:pt x="266103" y="351472"/>
                    </a:lnTo>
                    <a:close/>
                  </a:path>
                  <a:path extrusionOk="0" h="373379" w="428625">
                    <a:moveTo>
                      <a:pt x="266103" y="21590"/>
                    </a:moveTo>
                    <a:lnTo>
                      <a:pt x="228701" y="0"/>
                    </a:lnTo>
                    <a:lnTo>
                      <a:pt x="228701" y="43192"/>
                    </a:lnTo>
                    <a:lnTo>
                      <a:pt x="266103" y="21590"/>
                    </a:lnTo>
                    <a:close/>
                  </a:path>
                  <a:path extrusionOk="0" h="373379" w="428625">
                    <a:moveTo>
                      <a:pt x="334784" y="351472"/>
                    </a:moveTo>
                    <a:lnTo>
                      <a:pt x="297370" y="329869"/>
                    </a:lnTo>
                    <a:lnTo>
                      <a:pt x="297370" y="373062"/>
                    </a:lnTo>
                    <a:lnTo>
                      <a:pt x="334784" y="351472"/>
                    </a:lnTo>
                    <a:close/>
                  </a:path>
                  <a:path extrusionOk="0" h="373379" w="428625">
                    <a:moveTo>
                      <a:pt x="334784" y="21590"/>
                    </a:moveTo>
                    <a:lnTo>
                      <a:pt x="297370" y="0"/>
                    </a:lnTo>
                    <a:lnTo>
                      <a:pt x="297370" y="43192"/>
                    </a:lnTo>
                    <a:lnTo>
                      <a:pt x="334784" y="21590"/>
                    </a:lnTo>
                    <a:close/>
                  </a:path>
                  <a:path extrusionOk="0" h="373379" w="428625">
                    <a:moveTo>
                      <a:pt x="403453" y="351472"/>
                    </a:moveTo>
                    <a:lnTo>
                      <a:pt x="366039" y="329869"/>
                    </a:lnTo>
                    <a:lnTo>
                      <a:pt x="366039" y="373062"/>
                    </a:lnTo>
                    <a:lnTo>
                      <a:pt x="403453" y="351472"/>
                    </a:lnTo>
                    <a:close/>
                  </a:path>
                  <a:path extrusionOk="0" h="373379" w="428625">
                    <a:moveTo>
                      <a:pt x="403453" y="21590"/>
                    </a:moveTo>
                    <a:lnTo>
                      <a:pt x="366039" y="0"/>
                    </a:lnTo>
                    <a:lnTo>
                      <a:pt x="366039" y="43192"/>
                    </a:lnTo>
                    <a:lnTo>
                      <a:pt x="403453" y="21590"/>
                    </a:lnTo>
                    <a:close/>
                  </a:path>
                  <a:path extrusionOk="0" h="373379" w="428625">
                    <a:moveTo>
                      <a:pt x="428320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28320" y="305295"/>
                    </a:lnTo>
                    <a:lnTo>
                      <a:pt x="428320" y="272110"/>
                    </a:lnTo>
                    <a:close/>
                  </a:path>
                  <a:path extrusionOk="0" h="373379" w="428625">
                    <a:moveTo>
                      <a:pt x="428320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28320" y="237528"/>
                    </a:lnTo>
                    <a:lnTo>
                      <a:pt x="428320" y="204343"/>
                    </a:lnTo>
                    <a:close/>
                  </a:path>
                  <a:path extrusionOk="0" h="373379" w="428625">
                    <a:moveTo>
                      <a:pt x="428320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28320" y="169760"/>
                    </a:lnTo>
                    <a:lnTo>
                      <a:pt x="428320" y="136575"/>
                    </a:lnTo>
                    <a:close/>
                  </a:path>
                  <a:path extrusionOk="0" h="373379" w="428625">
                    <a:moveTo>
                      <a:pt x="428320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28320" y="101993"/>
                    </a:lnTo>
                    <a:lnTo>
                      <a:pt x="428320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76" name="Google Shape;376;p6"/>
              <p:cNvSpPr/>
              <p:nvPr/>
            </p:nvSpPr>
            <p:spPr>
              <a:xfrm>
                <a:off x="7656923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77" name="Google Shape;377;p6"/>
              <p:cNvSpPr/>
              <p:nvPr/>
            </p:nvSpPr>
            <p:spPr>
              <a:xfrm>
                <a:off x="7716139" y="10749260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78" name="Google Shape;378;p6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783030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379" name="Google Shape;379;p6"/>
            <p:cNvGrpSpPr/>
            <p:nvPr/>
          </p:nvGrpSpPr>
          <p:grpSpPr>
            <a:xfrm>
              <a:off x="8597850" y="10690766"/>
              <a:ext cx="869695" cy="434986"/>
              <a:chOff x="8597850" y="10690766"/>
              <a:chExt cx="869695" cy="434986"/>
            </a:xfrm>
          </p:grpSpPr>
          <p:sp>
            <p:nvSpPr>
              <p:cNvPr id="380" name="Google Shape;380;p6"/>
              <p:cNvSpPr/>
              <p:nvPr/>
            </p:nvSpPr>
            <p:spPr>
              <a:xfrm>
                <a:off x="903256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81" name="Google Shape;381;p6"/>
              <p:cNvSpPr/>
              <p:nvPr/>
            </p:nvSpPr>
            <p:spPr>
              <a:xfrm>
                <a:off x="9032570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38" y="50"/>
                    </a:lnTo>
                    <a:lnTo>
                      <a:pt x="148374" y="215874"/>
                    </a:lnTo>
                    <a:lnTo>
                      <a:pt x="38" y="434682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08" y="215874"/>
                    </a:moveTo>
                    <a:lnTo>
                      <a:pt x="38" y="50"/>
                    </a:lnTo>
                    <a:lnTo>
                      <a:pt x="286219" y="215874"/>
                    </a:lnTo>
                    <a:lnTo>
                      <a:pt x="38" y="434682"/>
                    </a:lnTo>
                    <a:lnTo>
                      <a:pt x="434708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82" name="Google Shape;382;p6"/>
              <p:cNvSpPr/>
              <p:nvPr/>
            </p:nvSpPr>
            <p:spPr>
              <a:xfrm>
                <a:off x="8597850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83" name="Google Shape;383;p6"/>
              <p:cNvSpPr/>
              <p:nvPr/>
            </p:nvSpPr>
            <p:spPr>
              <a:xfrm>
                <a:off x="8678355" y="10771274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84" name="Google Shape;384;p6"/>
              <p:cNvSpPr/>
              <p:nvPr/>
            </p:nvSpPr>
            <p:spPr>
              <a:xfrm>
                <a:off x="8762588" y="10827568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85" name="Google Shape;385;p6"/>
            <p:cNvGrpSpPr/>
            <p:nvPr/>
          </p:nvGrpSpPr>
          <p:grpSpPr>
            <a:xfrm>
              <a:off x="8091640" y="10689316"/>
              <a:ext cx="506729" cy="434975"/>
              <a:chOff x="8091640" y="10689316"/>
              <a:chExt cx="506729" cy="434975"/>
            </a:xfrm>
          </p:grpSpPr>
          <p:sp>
            <p:nvSpPr>
              <p:cNvPr id="386" name="Google Shape;386;p6"/>
              <p:cNvSpPr/>
              <p:nvPr/>
            </p:nvSpPr>
            <p:spPr>
              <a:xfrm>
                <a:off x="8091640" y="10689316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87" name="Google Shape;387;p6"/>
              <p:cNvSpPr/>
              <p:nvPr/>
            </p:nvSpPr>
            <p:spPr>
              <a:xfrm>
                <a:off x="8288134" y="10826784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388" name="Google Shape;388;p6"/>
            <p:cNvSpPr/>
            <p:nvPr/>
          </p:nvSpPr>
          <p:spPr>
            <a:xfrm>
              <a:off x="12654560" y="10691450"/>
              <a:ext cx="436244" cy="434975"/>
            </a:xfrm>
            <a:custGeom>
              <a:rect b="b" l="l" r="r" t="t"/>
              <a:pathLst>
                <a:path extrusionOk="0" h="434975" w="436244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4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4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4">
                  <a:moveTo>
                    <a:pt x="435978" y="101"/>
                  </a:moveTo>
                  <a:close/>
                </a:path>
                <a:path extrusionOk="0" h="434975" w="436244">
                  <a:moveTo>
                    <a:pt x="435978" y="50"/>
                  </a:move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4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389" name="Google Shape;389;p6"/>
            <p:cNvGrpSpPr/>
            <p:nvPr/>
          </p:nvGrpSpPr>
          <p:grpSpPr>
            <a:xfrm>
              <a:off x="10844884" y="10691448"/>
              <a:ext cx="869695" cy="434990"/>
              <a:chOff x="10844884" y="10691448"/>
              <a:chExt cx="869695" cy="434990"/>
            </a:xfrm>
          </p:grpSpPr>
          <p:sp>
            <p:nvSpPr>
              <p:cNvPr id="390" name="Google Shape;390;p6"/>
              <p:cNvSpPr/>
              <p:nvPr/>
            </p:nvSpPr>
            <p:spPr>
              <a:xfrm>
                <a:off x="1127960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91" name="Google Shape;391;p6"/>
              <p:cNvSpPr/>
              <p:nvPr/>
            </p:nvSpPr>
            <p:spPr>
              <a:xfrm>
                <a:off x="11279594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46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46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50" y="50"/>
                    </a:lnTo>
                    <a:lnTo>
                      <a:pt x="148399" y="215861"/>
                    </a:lnTo>
                    <a:lnTo>
                      <a:pt x="50" y="434682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50" y="50"/>
                    </a:lnTo>
                    <a:lnTo>
                      <a:pt x="286219" y="215861"/>
                    </a:lnTo>
                    <a:lnTo>
                      <a:pt x="50" y="434682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92" name="Google Shape;392;p6"/>
              <p:cNvSpPr/>
              <p:nvPr/>
            </p:nvSpPr>
            <p:spPr>
              <a:xfrm>
                <a:off x="1084488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93" name="Google Shape;393;p6"/>
              <p:cNvSpPr/>
              <p:nvPr/>
            </p:nvSpPr>
            <p:spPr>
              <a:xfrm>
                <a:off x="10925395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94" name="Google Shape;394;p6"/>
              <p:cNvSpPr/>
              <p:nvPr/>
            </p:nvSpPr>
            <p:spPr>
              <a:xfrm>
                <a:off x="11009622" y="10828250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95" name="Google Shape;395;p6"/>
            <p:cNvGrpSpPr/>
            <p:nvPr/>
          </p:nvGrpSpPr>
          <p:grpSpPr>
            <a:xfrm>
              <a:off x="9903955" y="10690002"/>
              <a:ext cx="941450" cy="436346"/>
              <a:chOff x="9903955" y="10690002"/>
              <a:chExt cx="941450" cy="436346"/>
            </a:xfrm>
          </p:grpSpPr>
          <p:sp>
            <p:nvSpPr>
              <p:cNvPr id="396" name="Google Shape;396;p6"/>
              <p:cNvSpPr/>
              <p:nvPr/>
            </p:nvSpPr>
            <p:spPr>
              <a:xfrm>
                <a:off x="9904638" y="10691373"/>
                <a:ext cx="434340" cy="434975"/>
              </a:xfrm>
              <a:custGeom>
                <a:rect b="b" l="l" r="r" t="t"/>
                <a:pathLst>
                  <a:path extrusionOk="0" h="434975" w="434340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97" name="Google Shape;397;p6"/>
              <p:cNvSpPr/>
              <p:nvPr/>
            </p:nvSpPr>
            <p:spPr>
              <a:xfrm>
                <a:off x="9903955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98" name="Google Shape;398;p6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990396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9" name="Google Shape;399;p6"/>
              <p:cNvSpPr/>
              <p:nvPr/>
            </p:nvSpPr>
            <p:spPr>
              <a:xfrm>
                <a:off x="10338676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196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196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00" name="Google Shape;400;p6"/>
              <p:cNvSpPr/>
              <p:nvPr/>
            </p:nvSpPr>
            <p:spPr>
              <a:xfrm>
                <a:off x="10535166" y="10827465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01" name="Google Shape;401;p6"/>
            <p:cNvGrpSpPr/>
            <p:nvPr/>
          </p:nvGrpSpPr>
          <p:grpSpPr>
            <a:xfrm>
              <a:off x="11714323" y="10691448"/>
              <a:ext cx="941449" cy="435035"/>
              <a:chOff x="11714323" y="10691448"/>
              <a:chExt cx="941449" cy="435035"/>
            </a:xfrm>
          </p:grpSpPr>
          <p:sp>
            <p:nvSpPr>
              <p:cNvPr id="402" name="Google Shape;402;p6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03" name="Google Shape;403;p6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04" name="Google Shape;404;p6"/>
              <p:cNvSpPr/>
              <p:nvPr/>
            </p:nvSpPr>
            <p:spPr>
              <a:xfrm>
                <a:off x="11714323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05" name="Google Shape;405;p6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11714323" y="10847083"/>
                <a:ext cx="279090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06" name="Google Shape;406;p6"/>
              <p:cNvSpPr/>
              <p:nvPr/>
            </p:nvSpPr>
            <p:spPr>
              <a:xfrm>
                <a:off x="12149043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07" name="Google Shape;407;p6"/>
              <p:cNvSpPr/>
              <p:nvPr/>
            </p:nvSpPr>
            <p:spPr>
              <a:xfrm>
                <a:off x="12149036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08" name="Google Shape;408;p6"/>
            <p:cNvGrpSpPr/>
            <p:nvPr/>
          </p:nvGrpSpPr>
          <p:grpSpPr>
            <a:xfrm>
              <a:off x="9469238" y="10689312"/>
              <a:ext cx="434975" cy="434975"/>
              <a:chOff x="9469238" y="10689312"/>
              <a:chExt cx="434975" cy="434975"/>
            </a:xfrm>
          </p:grpSpPr>
          <p:sp>
            <p:nvSpPr>
              <p:cNvPr id="409" name="Google Shape;409;p6"/>
              <p:cNvSpPr/>
              <p:nvPr/>
            </p:nvSpPr>
            <p:spPr>
              <a:xfrm>
                <a:off x="9469238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10" name="Google Shape;410;p6"/>
              <p:cNvSpPr/>
              <p:nvPr/>
            </p:nvSpPr>
            <p:spPr>
              <a:xfrm>
                <a:off x="9528455" y="10748534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11" name="Google Shape;411;p6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964262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  <p:transition spd="slow">
    <p:push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Title Slide">
  <p:cSld name="10_Title Slide"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7"/>
          <p:cNvSpPr/>
          <p:nvPr/>
        </p:nvSpPr>
        <p:spPr>
          <a:xfrm>
            <a:off x="0" y="0"/>
            <a:ext cx="1218365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414" name="Google Shape;414;p7"/>
          <p:cNvGrpSpPr/>
          <p:nvPr/>
        </p:nvGrpSpPr>
        <p:grpSpPr>
          <a:xfrm>
            <a:off x="8337" y="435776"/>
            <a:ext cx="6964298" cy="5986447"/>
            <a:chOff x="8337" y="435776"/>
            <a:chExt cx="6964298" cy="5986447"/>
          </a:xfrm>
        </p:grpSpPr>
        <p:sp>
          <p:nvSpPr>
            <p:cNvPr id="415" name="Google Shape;415;p7"/>
            <p:cNvSpPr/>
            <p:nvPr/>
          </p:nvSpPr>
          <p:spPr>
            <a:xfrm>
              <a:off x="740405" y="435776"/>
              <a:ext cx="4945969" cy="4964471"/>
            </a:xfrm>
            <a:custGeom>
              <a:rect b="b" l="l" r="r" t="t"/>
              <a:pathLst>
                <a:path extrusionOk="0" h="5793105" w="5771515">
                  <a:moveTo>
                    <a:pt x="0" y="0"/>
                  </a:moveTo>
                  <a:lnTo>
                    <a:pt x="0" y="5792662"/>
                  </a:lnTo>
                  <a:lnTo>
                    <a:pt x="5771405" y="2884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60777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16" name="Google Shape;416;p7"/>
            <p:cNvSpPr/>
            <p:nvPr/>
          </p:nvSpPr>
          <p:spPr>
            <a:xfrm>
              <a:off x="740399" y="435781"/>
              <a:ext cx="4777276" cy="4964471"/>
            </a:xfrm>
            <a:custGeom>
              <a:rect b="b" l="l" r="r" t="t"/>
              <a:pathLst>
                <a:path extrusionOk="0" h="5793105" w="5574665">
                  <a:moveTo>
                    <a:pt x="1342415" y="2884398"/>
                  </a:moveTo>
                  <a:lnTo>
                    <a:pt x="0" y="0"/>
                  </a:lnTo>
                  <a:lnTo>
                    <a:pt x="955065" y="3000248"/>
                  </a:lnTo>
                  <a:lnTo>
                    <a:pt x="0" y="5792660"/>
                  </a:lnTo>
                  <a:lnTo>
                    <a:pt x="1342415" y="2884398"/>
                  </a:lnTo>
                  <a:close/>
                </a:path>
                <a:path extrusionOk="0" h="5793105" w="5574665">
                  <a:moveTo>
                    <a:pt x="3091611" y="2884398"/>
                  </a:moveTo>
                  <a:lnTo>
                    <a:pt x="0" y="0"/>
                  </a:lnTo>
                  <a:lnTo>
                    <a:pt x="2106752" y="3000248"/>
                  </a:lnTo>
                  <a:lnTo>
                    <a:pt x="0" y="5792660"/>
                  </a:lnTo>
                  <a:lnTo>
                    <a:pt x="3091611" y="2884398"/>
                  </a:lnTo>
                  <a:close/>
                </a:path>
                <a:path extrusionOk="0" h="5793105" w="5574665">
                  <a:moveTo>
                    <a:pt x="5574246" y="2884398"/>
                  </a:moveTo>
                  <a:lnTo>
                    <a:pt x="0" y="0"/>
                  </a:lnTo>
                  <a:lnTo>
                    <a:pt x="3737699" y="3000248"/>
                  </a:lnTo>
                  <a:lnTo>
                    <a:pt x="0" y="5792660"/>
                  </a:lnTo>
                  <a:lnTo>
                    <a:pt x="5574246" y="2884398"/>
                  </a:lnTo>
                  <a:close/>
                </a:path>
              </a:pathLst>
            </a:custGeom>
            <a:solidFill>
              <a:srgbClr val="00E5C6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17" name="Google Shape;417;p7"/>
            <p:cNvSpPr/>
            <p:nvPr/>
          </p:nvSpPr>
          <p:spPr>
            <a:xfrm>
              <a:off x="8346" y="5397005"/>
              <a:ext cx="5939080" cy="1025218"/>
            </a:xfrm>
            <a:custGeom>
              <a:rect b="b" l="l" r="r" t="t"/>
              <a:pathLst>
                <a:path extrusionOk="0" h="1196340" w="6930390">
                  <a:moveTo>
                    <a:pt x="6930385" y="0"/>
                  </a:moveTo>
                  <a:lnTo>
                    <a:pt x="0" y="0"/>
                  </a:lnTo>
                  <a:lnTo>
                    <a:pt x="0" y="1195974"/>
                  </a:lnTo>
                  <a:lnTo>
                    <a:pt x="6930385" y="1195974"/>
                  </a:lnTo>
                  <a:lnTo>
                    <a:pt x="6930385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18" name="Google Shape;418;p7"/>
            <p:cNvSpPr/>
            <p:nvPr/>
          </p:nvSpPr>
          <p:spPr>
            <a:xfrm>
              <a:off x="284373" y="5639361"/>
              <a:ext cx="5419941" cy="524581"/>
            </a:xfrm>
            <a:custGeom>
              <a:rect b="b" l="l" r="r" t="t"/>
              <a:pathLst>
                <a:path extrusionOk="0" h="612140" w="6324600">
                  <a:moveTo>
                    <a:pt x="394309" y="305930"/>
                  </a:moveTo>
                  <a:lnTo>
                    <a:pt x="0" y="0"/>
                  </a:lnTo>
                  <a:lnTo>
                    <a:pt x="0" y="611860"/>
                  </a:lnTo>
                  <a:lnTo>
                    <a:pt x="394309" y="305930"/>
                  </a:lnTo>
                  <a:close/>
                </a:path>
                <a:path extrusionOk="0" h="612140" w="6324600">
                  <a:moveTo>
                    <a:pt x="933411" y="305930"/>
                  </a:moveTo>
                  <a:lnTo>
                    <a:pt x="539115" y="0"/>
                  </a:lnTo>
                  <a:lnTo>
                    <a:pt x="539115" y="611860"/>
                  </a:lnTo>
                  <a:lnTo>
                    <a:pt x="933411" y="305930"/>
                  </a:lnTo>
                  <a:close/>
                </a:path>
                <a:path extrusionOk="0" h="612140" w="6324600">
                  <a:moveTo>
                    <a:pt x="1472526" y="305930"/>
                  </a:moveTo>
                  <a:lnTo>
                    <a:pt x="1078217" y="0"/>
                  </a:lnTo>
                  <a:lnTo>
                    <a:pt x="1078217" y="611860"/>
                  </a:lnTo>
                  <a:lnTo>
                    <a:pt x="1472526" y="305930"/>
                  </a:lnTo>
                  <a:close/>
                </a:path>
                <a:path extrusionOk="0" h="612140" w="6324600">
                  <a:moveTo>
                    <a:pt x="2011629" y="305930"/>
                  </a:moveTo>
                  <a:lnTo>
                    <a:pt x="1617332" y="0"/>
                  </a:lnTo>
                  <a:lnTo>
                    <a:pt x="1617332" y="611860"/>
                  </a:lnTo>
                  <a:lnTo>
                    <a:pt x="2011629" y="305930"/>
                  </a:lnTo>
                  <a:close/>
                </a:path>
                <a:path extrusionOk="0" h="612140" w="6324600">
                  <a:moveTo>
                    <a:pt x="2550744" y="305930"/>
                  </a:moveTo>
                  <a:lnTo>
                    <a:pt x="2156434" y="0"/>
                  </a:lnTo>
                  <a:lnTo>
                    <a:pt x="2156434" y="611860"/>
                  </a:lnTo>
                  <a:lnTo>
                    <a:pt x="2550744" y="305930"/>
                  </a:lnTo>
                  <a:close/>
                </a:path>
                <a:path extrusionOk="0" h="612140" w="6324600">
                  <a:moveTo>
                    <a:pt x="3089846" y="305930"/>
                  </a:moveTo>
                  <a:lnTo>
                    <a:pt x="2695549" y="0"/>
                  </a:lnTo>
                  <a:lnTo>
                    <a:pt x="2695549" y="611860"/>
                  </a:lnTo>
                  <a:lnTo>
                    <a:pt x="3089846" y="305930"/>
                  </a:lnTo>
                  <a:close/>
                </a:path>
                <a:path extrusionOk="0" h="612140" w="6324600">
                  <a:moveTo>
                    <a:pt x="3628961" y="305930"/>
                  </a:moveTo>
                  <a:lnTo>
                    <a:pt x="3234664" y="0"/>
                  </a:lnTo>
                  <a:lnTo>
                    <a:pt x="3234664" y="611860"/>
                  </a:lnTo>
                  <a:lnTo>
                    <a:pt x="3628961" y="305930"/>
                  </a:lnTo>
                  <a:close/>
                </a:path>
                <a:path extrusionOk="0" h="612140" w="6324600">
                  <a:moveTo>
                    <a:pt x="4168063" y="305930"/>
                  </a:moveTo>
                  <a:lnTo>
                    <a:pt x="3773767" y="0"/>
                  </a:lnTo>
                  <a:lnTo>
                    <a:pt x="3773767" y="611860"/>
                  </a:lnTo>
                  <a:lnTo>
                    <a:pt x="4168063" y="305930"/>
                  </a:lnTo>
                  <a:close/>
                </a:path>
                <a:path extrusionOk="0" h="612140" w="6324600">
                  <a:moveTo>
                    <a:pt x="4707179" y="305930"/>
                  </a:moveTo>
                  <a:lnTo>
                    <a:pt x="4312882" y="0"/>
                  </a:lnTo>
                  <a:lnTo>
                    <a:pt x="4312882" y="611860"/>
                  </a:lnTo>
                  <a:lnTo>
                    <a:pt x="4707179" y="305930"/>
                  </a:lnTo>
                  <a:close/>
                </a:path>
                <a:path extrusionOk="0" h="612140" w="6324600">
                  <a:moveTo>
                    <a:pt x="5246281" y="305930"/>
                  </a:moveTo>
                  <a:lnTo>
                    <a:pt x="4851984" y="0"/>
                  </a:lnTo>
                  <a:lnTo>
                    <a:pt x="4851984" y="611860"/>
                  </a:lnTo>
                  <a:lnTo>
                    <a:pt x="5246281" y="305930"/>
                  </a:lnTo>
                  <a:close/>
                </a:path>
                <a:path extrusionOk="0" h="612140" w="6324600">
                  <a:moveTo>
                    <a:pt x="5785396" y="305930"/>
                  </a:moveTo>
                  <a:lnTo>
                    <a:pt x="5391099" y="0"/>
                  </a:lnTo>
                  <a:lnTo>
                    <a:pt x="5391099" y="611860"/>
                  </a:lnTo>
                  <a:lnTo>
                    <a:pt x="5785396" y="305930"/>
                  </a:lnTo>
                  <a:close/>
                </a:path>
                <a:path extrusionOk="0" h="612140" w="6324600">
                  <a:moveTo>
                    <a:pt x="6324498" y="305930"/>
                  </a:moveTo>
                  <a:lnTo>
                    <a:pt x="5930201" y="0"/>
                  </a:lnTo>
                  <a:lnTo>
                    <a:pt x="5930201" y="611860"/>
                  </a:lnTo>
                  <a:lnTo>
                    <a:pt x="6324498" y="305930"/>
                  </a:lnTo>
                  <a:close/>
                </a:path>
              </a:pathLst>
            </a:custGeom>
            <a:solidFill>
              <a:srgbClr val="560777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19" name="Google Shape;419;p7"/>
            <p:cNvSpPr/>
            <p:nvPr/>
          </p:nvSpPr>
          <p:spPr>
            <a:xfrm>
              <a:off x="8337" y="435781"/>
              <a:ext cx="6964298" cy="5986423"/>
            </a:xfrm>
            <a:custGeom>
              <a:rect b="b" l="l" r="r" t="t"/>
              <a:pathLst>
                <a:path extrusionOk="0" h="6985634" w="8126730">
                  <a:moveTo>
                    <a:pt x="854252" y="0"/>
                  </a:moveTo>
                  <a:lnTo>
                    <a:pt x="0" y="0"/>
                  </a:lnTo>
                  <a:lnTo>
                    <a:pt x="0" y="211988"/>
                  </a:lnTo>
                  <a:lnTo>
                    <a:pt x="854252" y="211988"/>
                  </a:lnTo>
                  <a:lnTo>
                    <a:pt x="854252" y="0"/>
                  </a:lnTo>
                  <a:close/>
                </a:path>
                <a:path extrusionOk="0" h="6985634" w="8126730">
                  <a:moveTo>
                    <a:pt x="854265" y="5596331"/>
                  </a:moveTo>
                  <a:lnTo>
                    <a:pt x="12" y="5596331"/>
                  </a:lnTo>
                  <a:lnTo>
                    <a:pt x="12" y="5792660"/>
                  </a:lnTo>
                  <a:lnTo>
                    <a:pt x="854265" y="5792660"/>
                  </a:lnTo>
                  <a:lnTo>
                    <a:pt x="854265" y="5596331"/>
                  </a:lnTo>
                  <a:close/>
                </a:path>
                <a:path extrusionOk="0" h="6985634" w="8126730">
                  <a:moveTo>
                    <a:pt x="854265" y="5165839"/>
                  </a:moveTo>
                  <a:lnTo>
                    <a:pt x="12" y="5165839"/>
                  </a:lnTo>
                  <a:lnTo>
                    <a:pt x="12" y="5363375"/>
                  </a:lnTo>
                  <a:lnTo>
                    <a:pt x="854265" y="5363375"/>
                  </a:lnTo>
                  <a:lnTo>
                    <a:pt x="854265" y="5165839"/>
                  </a:lnTo>
                  <a:close/>
                </a:path>
                <a:path extrusionOk="0" h="6985634" w="8126730">
                  <a:moveTo>
                    <a:pt x="854265" y="4735360"/>
                  </a:moveTo>
                  <a:lnTo>
                    <a:pt x="12" y="4735360"/>
                  </a:lnTo>
                  <a:lnTo>
                    <a:pt x="12" y="4934102"/>
                  </a:lnTo>
                  <a:lnTo>
                    <a:pt x="854265" y="4934102"/>
                  </a:lnTo>
                  <a:lnTo>
                    <a:pt x="854265" y="4735360"/>
                  </a:lnTo>
                  <a:close/>
                </a:path>
                <a:path extrusionOk="0" h="6985634" w="8126730">
                  <a:moveTo>
                    <a:pt x="854265" y="4304881"/>
                  </a:moveTo>
                  <a:lnTo>
                    <a:pt x="12" y="4304881"/>
                  </a:lnTo>
                  <a:lnTo>
                    <a:pt x="12" y="4504817"/>
                  </a:lnTo>
                  <a:lnTo>
                    <a:pt x="854265" y="4504817"/>
                  </a:lnTo>
                  <a:lnTo>
                    <a:pt x="854265" y="4304881"/>
                  </a:lnTo>
                  <a:close/>
                </a:path>
                <a:path extrusionOk="0" h="6985634" w="8126730">
                  <a:moveTo>
                    <a:pt x="854265" y="3874389"/>
                  </a:moveTo>
                  <a:lnTo>
                    <a:pt x="12" y="3874389"/>
                  </a:lnTo>
                  <a:lnTo>
                    <a:pt x="12" y="4075531"/>
                  </a:lnTo>
                  <a:lnTo>
                    <a:pt x="854265" y="4075531"/>
                  </a:lnTo>
                  <a:lnTo>
                    <a:pt x="854265" y="3874389"/>
                  </a:lnTo>
                  <a:close/>
                </a:path>
                <a:path extrusionOk="0" h="6985634" w="8126730">
                  <a:moveTo>
                    <a:pt x="854265" y="3443897"/>
                  </a:moveTo>
                  <a:lnTo>
                    <a:pt x="12" y="3443897"/>
                  </a:lnTo>
                  <a:lnTo>
                    <a:pt x="12" y="3646246"/>
                  </a:lnTo>
                  <a:lnTo>
                    <a:pt x="854265" y="3646246"/>
                  </a:lnTo>
                  <a:lnTo>
                    <a:pt x="854265" y="3443897"/>
                  </a:lnTo>
                  <a:close/>
                </a:path>
                <a:path extrusionOk="0" h="6985634" w="8126730">
                  <a:moveTo>
                    <a:pt x="854265" y="3013405"/>
                  </a:moveTo>
                  <a:lnTo>
                    <a:pt x="12" y="3013405"/>
                  </a:lnTo>
                  <a:lnTo>
                    <a:pt x="12" y="3216960"/>
                  </a:lnTo>
                  <a:lnTo>
                    <a:pt x="854265" y="3216960"/>
                  </a:lnTo>
                  <a:lnTo>
                    <a:pt x="854265" y="3013405"/>
                  </a:lnTo>
                  <a:close/>
                </a:path>
                <a:path extrusionOk="0" h="6985634" w="8126730">
                  <a:moveTo>
                    <a:pt x="854265" y="2582926"/>
                  </a:moveTo>
                  <a:lnTo>
                    <a:pt x="12" y="2582926"/>
                  </a:lnTo>
                  <a:lnTo>
                    <a:pt x="12" y="2787688"/>
                  </a:lnTo>
                  <a:lnTo>
                    <a:pt x="854265" y="2787688"/>
                  </a:lnTo>
                  <a:lnTo>
                    <a:pt x="854265" y="2582926"/>
                  </a:lnTo>
                  <a:close/>
                </a:path>
                <a:path extrusionOk="0" h="6985634" w="8126730">
                  <a:moveTo>
                    <a:pt x="854265" y="2152434"/>
                  </a:moveTo>
                  <a:lnTo>
                    <a:pt x="12" y="2152434"/>
                  </a:lnTo>
                  <a:lnTo>
                    <a:pt x="12" y="2358402"/>
                  </a:lnTo>
                  <a:lnTo>
                    <a:pt x="854265" y="2358402"/>
                  </a:lnTo>
                  <a:lnTo>
                    <a:pt x="854265" y="2152434"/>
                  </a:lnTo>
                  <a:close/>
                </a:path>
                <a:path extrusionOk="0" h="6985634" w="8126730">
                  <a:moveTo>
                    <a:pt x="854265" y="1721942"/>
                  </a:moveTo>
                  <a:lnTo>
                    <a:pt x="12" y="1721942"/>
                  </a:lnTo>
                  <a:lnTo>
                    <a:pt x="12" y="1929117"/>
                  </a:lnTo>
                  <a:lnTo>
                    <a:pt x="854265" y="1929117"/>
                  </a:lnTo>
                  <a:lnTo>
                    <a:pt x="854265" y="1721942"/>
                  </a:lnTo>
                  <a:close/>
                </a:path>
                <a:path extrusionOk="0" h="6985634" w="8126730">
                  <a:moveTo>
                    <a:pt x="854265" y="1291463"/>
                  </a:moveTo>
                  <a:lnTo>
                    <a:pt x="12" y="1291463"/>
                  </a:lnTo>
                  <a:lnTo>
                    <a:pt x="12" y="1499831"/>
                  </a:lnTo>
                  <a:lnTo>
                    <a:pt x="854265" y="1499831"/>
                  </a:lnTo>
                  <a:lnTo>
                    <a:pt x="854265" y="1291463"/>
                  </a:lnTo>
                  <a:close/>
                </a:path>
                <a:path extrusionOk="0" h="6985634" w="8126730">
                  <a:moveTo>
                    <a:pt x="854265" y="860983"/>
                  </a:moveTo>
                  <a:lnTo>
                    <a:pt x="12" y="860983"/>
                  </a:lnTo>
                  <a:lnTo>
                    <a:pt x="12" y="1070559"/>
                  </a:lnTo>
                  <a:lnTo>
                    <a:pt x="854265" y="1070559"/>
                  </a:lnTo>
                  <a:lnTo>
                    <a:pt x="854265" y="860983"/>
                  </a:lnTo>
                  <a:close/>
                </a:path>
                <a:path extrusionOk="0" h="6985634" w="8126730">
                  <a:moveTo>
                    <a:pt x="854265" y="430491"/>
                  </a:moveTo>
                  <a:lnTo>
                    <a:pt x="12" y="430491"/>
                  </a:lnTo>
                  <a:lnTo>
                    <a:pt x="12" y="641273"/>
                  </a:lnTo>
                  <a:lnTo>
                    <a:pt x="854265" y="641273"/>
                  </a:lnTo>
                  <a:lnTo>
                    <a:pt x="854265" y="430491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5789320"/>
                  </a:lnTo>
                  <a:lnTo>
                    <a:pt x="6930390" y="5841682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5935827"/>
                  </a:lnTo>
                  <a:lnTo>
                    <a:pt x="6930390" y="5984633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082322"/>
                  </a:lnTo>
                  <a:lnTo>
                    <a:pt x="6930390" y="6127585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228829"/>
                  </a:lnTo>
                  <a:lnTo>
                    <a:pt x="6930390" y="6270536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375349"/>
                  </a:lnTo>
                  <a:lnTo>
                    <a:pt x="6930390" y="6413487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521844"/>
                  </a:lnTo>
                  <a:lnTo>
                    <a:pt x="6930390" y="6556438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668351"/>
                  </a:lnTo>
                  <a:lnTo>
                    <a:pt x="6930390" y="6699402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814858"/>
                  </a:lnTo>
                  <a:lnTo>
                    <a:pt x="6930390" y="6842341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961365"/>
                  </a:lnTo>
                  <a:lnTo>
                    <a:pt x="6930390" y="6985292"/>
                  </a:lnTo>
                  <a:lnTo>
                    <a:pt x="8126362" y="5789320"/>
                  </a:lnTo>
                  <a:close/>
                </a:path>
              </a:pathLst>
            </a:custGeom>
            <a:solidFill>
              <a:srgbClr val="90A0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420" name="Google Shape;420;p7"/>
          <p:cNvSpPr txBox="1"/>
          <p:nvPr>
            <p:ph idx="1" type="body"/>
          </p:nvPr>
        </p:nvSpPr>
        <p:spPr>
          <a:xfrm>
            <a:off x="6505628" y="1211798"/>
            <a:ext cx="4945967" cy="19940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b="0" i="0" sz="4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421" name="Google Shape;421;p7"/>
          <p:cNvSpPr txBox="1"/>
          <p:nvPr>
            <p:ph idx="2" type="body"/>
          </p:nvPr>
        </p:nvSpPr>
        <p:spPr>
          <a:xfrm>
            <a:off x="7142627" y="6566902"/>
            <a:ext cx="4862560" cy="20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pic>
        <p:nvPicPr>
          <p:cNvPr id="422" name="Google Shape;42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104775" y="5554397"/>
            <a:ext cx="2582976" cy="775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Title Slide">
  <p:cSld name="17_Title Slide"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8"/>
          <p:cNvSpPr/>
          <p:nvPr/>
        </p:nvSpPr>
        <p:spPr>
          <a:xfrm>
            <a:off x="0" y="0"/>
            <a:ext cx="12183655" cy="6858000"/>
          </a:xfrm>
          <a:prstGeom prst="rect">
            <a:avLst/>
          </a:prstGeom>
          <a:solidFill>
            <a:srgbClr val="EAEC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425" name="Google Shape;425;p8"/>
          <p:cNvGrpSpPr/>
          <p:nvPr/>
        </p:nvGrpSpPr>
        <p:grpSpPr>
          <a:xfrm>
            <a:off x="8337" y="435776"/>
            <a:ext cx="6964298" cy="5986447"/>
            <a:chOff x="9728" y="1922335"/>
            <a:chExt cx="8126730" cy="6985662"/>
          </a:xfrm>
        </p:grpSpPr>
        <p:sp>
          <p:nvSpPr>
            <p:cNvPr id="426" name="Google Shape;426;p8"/>
            <p:cNvSpPr/>
            <p:nvPr/>
          </p:nvSpPr>
          <p:spPr>
            <a:xfrm>
              <a:off x="863988" y="1922335"/>
              <a:ext cx="5771515" cy="5793105"/>
            </a:xfrm>
            <a:custGeom>
              <a:rect b="b" l="l" r="r" t="t"/>
              <a:pathLst>
                <a:path extrusionOk="0" h="5793105" w="5771515">
                  <a:moveTo>
                    <a:pt x="0" y="0"/>
                  </a:moveTo>
                  <a:lnTo>
                    <a:pt x="0" y="5792662"/>
                  </a:lnTo>
                  <a:lnTo>
                    <a:pt x="5771405" y="2884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60777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27" name="Google Shape;427;p8"/>
            <p:cNvSpPr/>
            <p:nvPr/>
          </p:nvSpPr>
          <p:spPr>
            <a:xfrm>
              <a:off x="863981" y="1922341"/>
              <a:ext cx="5574665" cy="5793105"/>
            </a:xfrm>
            <a:custGeom>
              <a:rect b="b" l="l" r="r" t="t"/>
              <a:pathLst>
                <a:path extrusionOk="0" h="5793105" w="5574665">
                  <a:moveTo>
                    <a:pt x="1342415" y="2884398"/>
                  </a:moveTo>
                  <a:lnTo>
                    <a:pt x="0" y="0"/>
                  </a:lnTo>
                  <a:lnTo>
                    <a:pt x="955065" y="3000248"/>
                  </a:lnTo>
                  <a:lnTo>
                    <a:pt x="0" y="5792660"/>
                  </a:lnTo>
                  <a:lnTo>
                    <a:pt x="1342415" y="2884398"/>
                  </a:lnTo>
                  <a:close/>
                </a:path>
                <a:path extrusionOk="0" h="5793105" w="5574665">
                  <a:moveTo>
                    <a:pt x="3091611" y="2884398"/>
                  </a:moveTo>
                  <a:lnTo>
                    <a:pt x="0" y="0"/>
                  </a:lnTo>
                  <a:lnTo>
                    <a:pt x="2106752" y="3000248"/>
                  </a:lnTo>
                  <a:lnTo>
                    <a:pt x="0" y="5792660"/>
                  </a:lnTo>
                  <a:lnTo>
                    <a:pt x="3091611" y="2884398"/>
                  </a:lnTo>
                  <a:close/>
                </a:path>
                <a:path extrusionOk="0" h="5793105" w="5574665">
                  <a:moveTo>
                    <a:pt x="5574246" y="2884398"/>
                  </a:moveTo>
                  <a:lnTo>
                    <a:pt x="0" y="0"/>
                  </a:lnTo>
                  <a:lnTo>
                    <a:pt x="3737699" y="3000248"/>
                  </a:lnTo>
                  <a:lnTo>
                    <a:pt x="0" y="5792660"/>
                  </a:lnTo>
                  <a:lnTo>
                    <a:pt x="5574246" y="2884398"/>
                  </a:lnTo>
                  <a:close/>
                </a:path>
              </a:pathLst>
            </a:custGeom>
            <a:solidFill>
              <a:srgbClr val="00E5C6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28" name="Google Shape;428;p8"/>
            <p:cNvSpPr/>
            <p:nvPr/>
          </p:nvSpPr>
          <p:spPr>
            <a:xfrm>
              <a:off x="9738" y="7711657"/>
              <a:ext cx="6930390" cy="1196340"/>
            </a:xfrm>
            <a:custGeom>
              <a:rect b="b" l="l" r="r" t="t"/>
              <a:pathLst>
                <a:path extrusionOk="0" h="1196340" w="6930390">
                  <a:moveTo>
                    <a:pt x="6930385" y="0"/>
                  </a:moveTo>
                  <a:lnTo>
                    <a:pt x="0" y="0"/>
                  </a:lnTo>
                  <a:lnTo>
                    <a:pt x="0" y="1195974"/>
                  </a:lnTo>
                  <a:lnTo>
                    <a:pt x="6930385" y="1195974"/>
                  </a:lnTo>
                  <a:lnTo>
                    <a:pt x="6930385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29" name="Google Shape;429;p8"/>
            <p:cNvSpPr/>
            <p:nvPr/>
          </p:nvSpPr>
          <p:spPr>
            <a:xfrm>
              <a:off x="331838" y="7994465"/>
              <a:ext cx="6324600" cy="612140"/>
            </a:xfrm>
            <a:custGeom>
              <a:rect b="b" l="l" r="r" t="t"/>
              <a:pathLst>
                <a:path extrusionOk="0" h="612140" w="6324600">
                  <a:moveTo>
                    <a:pt x="394309" y="305930"/>
                  </a:moveTo>
                  <a:lnTo>
                    <a:pt x="0" y="0"/>
                  </a:lnTo>
                  <a:lnTo>
                    <a:pt x="0" y="611860"/>
                  </a:lnTo>
                  <a:lnTo>
                    <a:pt x="394309" y="305930"/>
                  </a:lnTo>
                  <a:close/>
                </a:path>
                <a:path extrusionOk="0" h="612140" w="6324600">
                  <a:moveTo>
                    <a:pt x="933411" y="305930"/>
                  </a:moveTo>
                  <a:lnTo>
                    <a:pt x="539115" y="0"/>
                  </a:lnTo>
                  <a:lnTo>
                    <a:pt x="539115" y="611860"/>
                  </a:lnTo>
                  <a:lnTo>
                    <a:pt x="933411" y="305930"/>
                  </a:lnTo>
                  <a:close/>
                </a:path>
                <a:path extrusionOk="0" h="612140" w="6324600">
                  <a:moveTo>
                    <a:pt x="1472526" y="305930"/>
                  </a:moveTo>
                  <a:lnTo>
                    <a:pt x="1078217" y="0"/>
                  </a:lnTo>
                  <a:lnTo>
                    <a:pt x="1078217" y="611860"/>
                  </a:lnTo>
                  <a:lnTo>
                    <a:pt x="1472526" y="305930"/>
                  </a:lnTo>
                  <a:close/>
                </a:path>
                <a:path extrusionOk="0" h="612140" w="6324600">
                  <a:moveTo>
                    <a:pt x="2011629" y="305930"/>
                  </a:moveTo>
                  <a:lnTo>
                    <a:pt x="1617332" y="0"/>
                  </a:lnTo>
                  <a:lnTo>
                    <a:pt x="1617332" y="611860"/>
                  </a:lnTo>
                  <a:lnTo>
                    <a:pt x="2011629" y="305930"/>
                  </a:lnTo>
                  <a:close/>
                </a:path>
                <a:path extrusionOk="0" h="612140" w="6324600">
                  <a:moveTo>
                    <a:pt x="2550744" y="305930"/>
                  </a:moveTo>
                  <a:lnTo>
                    <a:pt x="2156434" y="0"/>
                  </a:lnTo>
                  <a:lnTo>
                    <a:pt x="2156434" y="611860"/>
                  </a:lnTo>
                  <a:lnTo>
                    <a:pt x="2550744" y="305930"/>
                  </a:lnTo>
                  <a:close/>
                </a:path>
                <a:path extrusionOk="0" h="612140" w="6324600">
                  <a:moveTo>
                    <a:pt x="3089846" y="305930"/>
                  </a:moveTo>
                  <a:lnTo>
                    <a:pt x="2695549" y="0"/>
                  </a:lnTo>
                  <a:lnTo>
                    <a:pt x="2695549" y="611860"/>
                  </a:lnTo>
                  <a:lnTo>
                    <a:pt x="3089846" y="305930"/>
                  </a:lnTo>
                  <a:close/>
                </a:path>
                <a:path extrusionOk="0" h="612140" w="6324600">
                  <a:moveTo>
                    <a:pt x="3628961" y="305930"/>
                  </a:moveTo>
                  <a:lnTo>
                    <a:pt x="3234664" y="0"/>
                  </a:lnTo>
                  <a:lnTo>
                    <a:pt x="3234664" y="611860"/>
                  </a:lnTo>
                  <a:lnTo>
                    <a:pt x="3628961" y="305930"/>
                  </a:lnTo>
                  <a:close/>
                </a:path>
                <a:path extrusionOk="0" h="612140" w="6324600">
                  <a:moveTo>
                    <a:pt x="4168063" y="305930"/>
                  </a:moveTo>
                  <a:lnTo>
                    <a:pt x="3773767" y="0"/>
                  </a:lnTo>
                  <a:lnTo>
                    <a:pt x="3773767" y="611860"/>
                  </a:lnTo>
                  <a:lnTo>
                    <a:pt x="4168063" y="305930"/>
                  </a:lnTo>
                  <a:close/>
                </a:path>
                <a:path extrusionOk="0" h="612140" w="6324600">
                  <a:moveTo>
                    <a:pt x="4707179" y="305930"/>
                  </a:moveTo>
                  <a:lnTo>
                    <a:pt x="4312882" y="0"/>
                  </a:lnTo>
                  <a:lnTo>
                    <a:pt x="4312882" y="611860"/>
                  </a:lnTo>
                  <a:lnTo>
                    <a:pt x="4707179" y="305930"/>
                  </a:lnTo>
                  <a:close/>
                </a:path>
                <a:path extrusionOk="0" h="612140" w="6324600">
                  <a:moveTo>
                    <a:pt x="5246281" y="305930"/>
                  </a:moveTo>
                  <a:lnTo>
                    <a:pt x="4851984" y="0"/>
                  </a:lnTo>
                  <a:lnTo>
                    <a:pt x="4851984" y="611860"/>
                  </a:lnTo>
                  <a:lnTo>
                    <a:pt x="5246281" y="305930"/>
                  </a:lnTo>
                  <a:close/>
                </a:path>
                <a:path extrusionOk="0" h="612140" w="6324600">
                  <a:moveTo>
                    <a:pt x="5785396" y="305930"/>
                  </a:moveTo>
                  <a:lnTo>
                    <a:pt x="5391099" y="0"/>
                  </a:lnTo>
                  <a:lnTo>
                    <a:pt x="5391099" y="611860"/>
                  </a:lnTo>
                  <a:lnTo>
                    <a:pt x="5785396" y="305930"/>
                  </a:lnTo>
                  <a:close/>
                </a:path>
                <a:path extrusionOk="0" h="612140" w="6324600">
                  <a:moveTo>
                    <a:pt x="6324498" y="305930"/>
                  </a:moveTo>
                  <a:lnTo>
                    <a:pt x="5930201" y="0"/>
                  </a:lnTo>
                  <a:lnTo>
                    <a:pt x="5930201" y="611860"/>
                  </a:lnTo>
                  <a:lnTo>
                    <a:pt x="6324498" y="305930"/>
                  </a:lnTo>
                  <a:close/>
                </a:path>
              </a:pathLst>
            </a:custGeom>
            <a:solidFill>
              <a:srgbClr val="560777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30" name="Google Shape;430;p8"/>
            <p:cNvSpPr/>
            <p:nvPr/>
          </p:nvSpPr>
          <p:spPr>
            <a:xfrm>
              <a:off x="9728" y="1922341"/>
              <a:ext cx="8126730" cy="6985634"/>
            </a:xfrm>
            <a:custGeom>
              <a:rect b="b" l="l" r="r" t="t"/>
              <a:pathLst>
                <a:path extrusionOk="0" h="6985634" w="8126730">
                  <a:moveTo>
                    <a:pt x="854252" y="0"/>
                  </a:moveTo>
                  <a:lnTo>
                    <a:pt x="0" y="0"/>
                  </a:lnTo>
                  <a:lnTo>
                    <a:pt x="0" y="211988"/>
                  </a:lnTo>
                  <a:lnTo>
                    <a:pt x="854252" y="211988"/>
                  </a:lnTo>
                  <a:lnTo>
                    <a:pt x="854252" y="0"/>
                  </a:lnTo>
                  <a:close/>
                </a:path>
                <a:path extrusionOk="0" h="6985634" w="8126730">
                  <a:moveTo>
                    <a:pt x="854265" y="5596331"/>
                  </a:moveTo>
                  <a:lnTo>
                    <a:pt x="12" y="5596331"/>
                  </a:lnTo>
                  <a:lnTo>
                    <a:pt x="12" y="5792660"/>
                  </a:lnTo>
                  <a:lnTo>
                    <a:pt x="854265" y="5792660"/>
                  </a:lnTo>
                  <a:lnTo>
                    <a:pt x="854265" y="5596331"/>
                  </a:lnTo>
                  <a:close/>
                </a:path>
                <a:path extrusionOk="0" h="6985634" w="8126730">
                  <a:moveTo>
                    <a:pt x="854265" y="5165839"/>
                  </a:moveTo>
                  <a:lnTo>
                    <a:pt x="12" y="5165839"/>
                  </a:lnTo>
                  <a:lnTo>
                    <a:pt x="12" y="5363375"/>
                  </a:lnTo>
                  <a:lnTo>
                    <a:pt x="854265" y="5363375"/>
                  </a:lnTo>
                  <a:lnTo>
                    <a:pt x="854265" y="5165839"/>
                  </a:lnTo>
                  <a:close/>
                </a:path>
                <a:path extrusionOk="0" h="6985634" w="8126730">
                  <a:moveTo>
                    <a:pt x="854265" y="4735360"/>
                  </a:moveTo>
                  <a:lnTo>
                    <a:pt x="12" y="4735360"/>
                  </a:lnTo>
                  <a:lnTo>
                    <a:pt x="12" y="4934102"/>
                  </a:lnTo>
                  <a:lnTo>
                    <a:pt x="854265" y="4934102"/>
                  </a:lnTo>
                  <a:lnTo>
                    <a:pt x="854265" y="4735360"/>
                  </a:lnTo>
                  <a:close/>
                </a:path>
                <a:path extrusionOk="0" h="6985634" w="8126730">
                  <a:moveTo>
                    <a:pt x="854265" y="4304881"/>
                  </a:moveTo>
                  <a:lnTo>
                    <a:pt x="12" y="4304881"/>
                  </a:lnTo>
                  <a:lnTo>
                    <a:pt x="12" y="4504817"/>
                  </a:lnTo>
                  <a:lnTo>
                    <a:pt x="854265" y="4504817"/>
                  </a:lnTo>
                  <a:lnTo>
                    <a:pt x="854265" y="4304881"/>
                  </a:lnTo>
                  <a:close/>
                </a:path>
                <a:path extrusionOk="0" h="6985634" w="8126730">
                  <a:moveTo>
                    <a:pt x="854265" y="3874389"/>
                  </a:moveTo>
                  <a:lnTo>
                    <a:pt x="12" y="3874389"/>
                  </a:lnTo>
                  <a:lnTo>
                    <a:pt x="12" y="4075531"/>
                  </a:lnTo>
                  <a:lnTo>
                    <a:pt x="854265" y="4075531"/>
                  </a:lnTo>
                  <a:lnTo>
                    <a:pt x="854265" y="3874389"/>
                  </a:lnTo>
                  <a:close/>
                </a:path>
                <a:path extrusionOk="0" h="6985634" w="8126730">
                  <a:moveTo>
                    <a:pt x="854265" y="3443897"/>
                  </a:moveTo>
                  <a:lnTo>
                    <a:pt x="12" y="3443897"/>
                  </a:lnTo>
                  <a:lnTo>
                    <a:pt x="12" y="3646246"/>
                  </a:lnTo>
                  <a:lnTo>
                    <a:pt x="854265" y="3646246"/>
                  </a:lnTo>
                  <a:lnTo>
                    <a:pt x="854265" y="3443897"/>
                  </a:lnTo>
                  <a:close/>
                </a:path>
                <a:path extrusionOk="0" h="6985634" w="8126730">
                  <a:moveTo>
                    <a:pt x="854265" y="3013405"/>
                  </a:moveTo>
                  <a:lnTo>
                    <a:pt x="12" y="3013405"/>
                  </a:lnTo>
                  <a:lnTo>
                    <a:pt x="12" y="3216960"/>
                  </a:lnTo>
                  <a:lnTo>
                    <a:pt x="854265" y="3216960"/>
                  </a:lnTo>
                  <a:lnTo>
                    <a:pt x="854265" y="3013405"/>
                  </a:lnTo>
                  <a:close/>
                </a:path>
                <a:path extrusionOk="0" h="6985634" w="8126730">
                  <a:moveTo>
                    <a:pt x="854265" y="2582926"/>
                  </a:moveTo>
                  <a:lnTo>
                    <a:pt x="12" y="2582926"/>
                  </a:lnTo>
                  <a:lnTo>
                    <a:pt x="12" y="2787688"/>
                  </a:lnTo>
                  <a:lnTo>
                    <a:pt x="854265" y="2787688"/>
                  </a:lnTo>
                  <a:lnTo>
                    <a:pt x="854265" y="2582926"/>
                  </a:lnTo>
                  <a:close/>
                </a:path>
                <a:path extrusionOk="0" h="6985634" w="8126730">
                  <a:moveTo>
                    <a:pt x="854265" y="2152434"/>
                  </a:moveTo>
                  <a:lnTo>
                    <a:pt x="12" y="2152434"/>
                  </a:lnTo>
                  <a:lnTo>
                    <a:pt x="12" y="2358402"/>
                  </a:lnTo>
                  <a:lnTo>
                    <a:pt x="854265" y="2358402"/>
                  </a:lnTo>
                  <a:lnTo>
                    <a:pt x="854265" y="2152434"/>
                  </a:lnTo>
                  <a:close/>
                </a:path>
                <a:path extrusionOk="0" h="6985634" w="8126730">
                  <a:moveTo>
                    <a:pt x="854265" y="1721942"/>
                  </a:moveTo>
                  <a:lnTo>
                    <a:pt x="12" y="1721942"/>
                  </a:lnTo>
                  <a:lnTo>
                    <a:pt x="12" y="1929117"/>
                  </a:lnTo>
                  <a:lnTo>
                    <a:pt x="854265" y="1929117"/>
                  </a:lnTo>
                  <a:lnTo>
                    <a:pt x="854265" y="1721942"/>
                  </a:lnTo>
                  <a:close/>
                </a:path>
                <a:path extrusionOk="0" h="6985634" w="8126730">
                  <a:moveTo>
                    <a:pt x="854265" y="1291463"/>
                  </a:moveTo>
                  <a:lnTo>
                    <a:pt x="12" y="1291463"/>
                  </a:lnTo>
                  <a:lnTo>
                    <a:pt x="12" y="1499831"/>
                  </a:lnTo>
                  <a:lnTo>
                    <a:pt x="854265" y="1499831"/>
                  </a:lnTo>
                  <a:lnTo>
                    <a:pt x="854265" y="1291463"/>
                  </a:lnTo>
                  <a:close/>
                </a:path>
                <a:path extrusionOk="0" h="6985634" w="8126730">
                  <a:moveTo>
                    <a:pt x="854265" y="860983"/>
                  </a:moveTo>
                  <a:lnTo>
                    <a:pt x="12" y="860983"/>
                  </a:lnTo>
                  <a:lnTo>
                    <a:pt x="12" y="1070559"/>
                  </a:lnTo>
                  <a:lnTo>
                    <a:pt x="854265" y="1070559"/>
                  </a:lnTo>
                  <a:lnTo>
                    <a:pt x="854265" y="860983"/>
                  </a:lnTo>
                  <a:close/>
                </a:path>
                <a:path extrusionOk="0" h="6985634" w="8126730">
                  <a:moveTo>
                    <a:pt x="854265" y="430491"/>
                  </a:moveTo>
                  <a:lnTo>
                    <a:pt x="12" y="430491"/>
                  </a:lnTo>
                  <a:lnTo>
                    <a:pt x="12" y="641273"/>
                  </a:lnTo>
                  <a:lnTo>
                    <a:pt x="854265" y="641273"/>
                  </a:lnTo>
                  <a:lnTo>
                    <a:pt x="854265" y="430491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5789320"/>
                  </a:lnTo>
                  <a:lnTo>
                    <a:pt x="6930390" y="5841682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5935827"/>
                  </a:lnTo>
                  <a:lnTo>
                    <a:pt x="6930390" y="5984633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082322"/>
                  </a:lnTo>
                  <a:lnTo>
                    <a:pt x="6930390" y="6127585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228829"/>
                  </a:lnTo>
                  <a:lnTo>
                    <a:pt x="6930390" y="6270536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375349"/>
                  </a:lnTo>
                  <a:lnTo>
                    <a:pt x="6930390" y="6413487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521844"/>
                  </a:lnTo>
                  <a:lnTo>
                    <a:pt x="6930390" y="6556438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668351"/>
                  </a:lnTo>
                  <a:lnTo>
                    <a:pt x="6930390" y="6699402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814858"/>
                  </a:lnTo>
                  <a:lnTo>
                    <a:pt x="6930390" y="6842341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961365"/>
                  </a:lnTo>
                  <a:lnTo>
                    <a:pt x="6930390" y="6985292"/>
                  </a:lnTo>
                  <a:lnTo>
                    <a:pt x="8126362" y="5789320"/>
                  </a:lnTo>
                  <a:close/>
                </a:path>
              </a:pathLst>
            </a:custGeom>
            <a:solidFill>
              <a:srgbClr val="90A0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431" name="Google Shape;431;p8"/>
          <p:cNvSpPr txBox="1"/>
          <p:nvPr>
            <p:ph idx="1" type="body"/>
          </p:nvPr>
        </p:nvSpPr>
        <p:spPr>
          <a:xfrm>
            <a:off x="6505628" y="1211798"/>
            <a:ext cx="4945967" cy="19940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rial"/>
              <a:buNone/>
              <a:defRPr b="0" i="0" sz="4800" u="none" cap="none" strike="noStrike">
                <a:solidFill>
                  <a:schemeClr val="accen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432" name="Google Shape;432;p8"/>
          <p:cNvSpPr txBox="1"/>
          <p:nvPr>
            <p:ph idx="2" type="body"/>
          </p:nvPr>
        </p:nvSpPr>
        <p:spPr>
          <a:xfrm>
            <a:off x="7142627" y="6566902"/>
            <a:ext cx="4862560" cy="20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pic>
        <p:nvPicPr>
          <p:cNvPr id="433" name="Google Shape;433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104858" y="5568090"/>
            <a:ext cx="2582893" cy="775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Slide">
  <p:cSld name="14_Title Slide"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9"/>
          <p:cNvSpPr/>
          <p:nvPr/>
        </p:nvSpPr>
        <p:spPr>
          <a:xfrm>
            <a:off x="0" y="0"/>
            <a:ext cx="1218365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6" name="Google Shape;436;p9"/>
          <p:cNvSpPr txBox="1"/>
          <p:nvPr>
            <p:ph idx="1" type="body"/>
          </p:nvPr>
        </p:nvSpPr>
        <p:spPr>
          <a:xfrm>
            <a:off x="2295975" y="1614510"/>
            <a:ext cx="7591703" cy="292161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A915"/>
              </a:buClr>
              <a:buSzPts val="4400"/>
              <a:buFont typeface="Arial"/>
              <a:buNone/>
              <a:defRPr b="0" i="0" sz="4400" u="none" cap="none" strike="noStrike">
                <a:solidFill>
                  <a:srgbClr val="FFA915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437" name="Google Shape;437;p9"/>
          <p:cNvSpPr txBox="1"/>
          <p:nvPr>
            <p:ph idx="2" type="body"/>
          </p:nvPr>
        </p:nvSpPr>
        <p:spPr>
          <a:xfrm>
            <a:off x="7142627" y="6566902"/>
            <a:ext cx="4862560" cy="20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438" name="Google Shape;438;p9"/>
          <p:cNvGrpSpPr/>
          <p:nvPr/>
        </p:nvGrpSpPr>
        <p:grpSpPr>
          <a:xfrm>
            <a:off x="0" y="6344554"/>
            <a:ext cx="9069309" cy="302872"/>
            <a:chOff x="0" y="10689312"/>
            <a:chExt cx="13090804" cy="437171"/>
          </a:xfrm>
        </p:grpSpPr>
        <p:grpSp>
          <p:nvGrpSpPr>
            <p:cNvPr id="439" name="Google Shape;439;p9"/>
            <p:cNvGrpSpPr/>
            <p:nvPr/>
          </p:nvGrpSpPr>
          <p:grpSpPr>
            <a:xfrm>
              <a:off x="0" y="10690041"/>
              <a:ext cx="858479" cy="435034"/>
              <a:chOff x="0" y="10690041"/>
              <a:chExt cx="858479" cy="435034"/>
            </a:xfrm>
          </p:grpSpPr>
          <p:sp>
            <p:nvSpPr>
              <p:cNvPr id="440" name="Google Shape;440;p9"/>
              <p:cNvSpPr/>
              <p:nvPr/>
            </p:nvSpPr>
            <p:spPr>
              <a:xfrm>
                <a:off x="0" y="10690548"/>
                <a:ext cx="423545" cy="423545"/>
              </a:xfrm>
              <a:custGeom>
                <a:rect b="b" l="l" r="r" t="t"/>
                <a:pathLst>
                  <a:path extrusionOk="0" h="423545" w="423545">
                    <a:moveTo>
                      <a:pt x="423265" y="76"/>
                    </a:moveTo>
                    <a:lnTo>
                      <a:pt x="0" y="112052"/>
                    </a:lnTo>
                    <a:lnTo>
                      <a:pt x="0" y="124612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265" y="76"/>
                    </a:moveTo>
                    <a:lnTo>
                      <a:pt x="0" y="149402"/>
                    </a:lnTo>
                    <a:lnTo>
                      <a:pt x="0" y="161963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341" y="38"/>
                    </a:moveTo>
                    <a:lnTo>
                      <a:pt x="0" y="74688"/>
                    </a:lnTo>
                    <a:lnTo>
                      <a:pt x="0" y="87236"/>
                    </a:lnTo>
                    <a:lnTo>
                      <a:pt x="423341" y="38"/>
                    </a:lnTo>
                    <a:close/>
                  </a:path>
                  <a:path extrusionOk="0" h="423545" w="423545">
                    <a:moveTo>
                      <a:pt x="423379" y="38"/>
                    </a:move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0"/>
                    </a:lnTo>
                    <a:lnTo>
                      <a:pt x="0" y="1252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50"/>
                    </a:lnTo>
                    <a:lnTo>
                      <a:pt x="0" y="4987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186753"/>
                    </a:lnTo>
                    <a:lnTo>
                      <a:pt x="0" y="19933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24091"/>
                    </a:lnTo>
                    <a:lnTo>
                      <a:pt x="0" y="23668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61454"/>
                    </a:lnTo>
                    <a:lnTo>
                      <a:pt x="0" y="27405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98805"/>
                    </a:lnTo>
                    <a:lnTo>
                      <a:pt x="0" y="311416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36143"/>
                    </a:lnTo>
                    <a:lnTo>
                      <a:pt x="0" y="348780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494"/>
                    </a:lnTo>
                    <a:lnTo>
                      <a:pt x="0" y="38614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410857"/>
                    </a:lnTo>
                    <a:lnTo>
                      <a:pt x="0" y="423506"/>
                    </a:lnTo>
                    <a:lnTo>
                      <a:pt x="423494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41" name="Google Shape;441;p9"/>
              <p:cNvSpPr/>
              <p:nvPr/>
            </p:nvSpPr>
            <p:spPr>
              <a:xfrm>
                <a:off x="423500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42" name="Google Shape;442;p9"/>
              <p:cNvSpPr/>
              <p:nvPr/>
            </p:nvSpPr>
            <p:spPr>
              <a:xfrm>
                <a:off x="423504" y="10690041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43" name="Google Shape;443;p9"/>
              <p:cNvSpPr/>
              <p:nvPr/>
            </p:nvSpPr>
            <p:spPr>
              <a:xfrm>
                <a:off x="423504" y="10845675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90" y="0"/>
                    </a:moveTo>
                    <a:lnTo>
                      <a:pt x="0" y="0"/>
                    </a:lnTo>
                    <a:lnTo>
                      <a:pt x="279090" y="279090"/>
                    </a:lnTo>
                    <a:lnTo>
                      <a:pt x="27909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44" name="Google Shape;444;p9"/>
              <p:cNvPicPr preferRelativeResize="0"/>
              <p:nvPr/>
            </p:nvPicPr>
            <p:blipFill rotWithShape="1">
              <a:blip r:embed="rId2">
                <a:alphaModFix/>
              </a:blip>
              <a:srcRect b="0" l="0" r="0" t="0"/>
              <a:stretch/>
            </p:blipFill>
            <p:spPr>
              <a:xfrm>
                <a:off x="423504" y="10845676"/>
                <a:ext cx="279086" cy="27908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45" name="Google Shape;445;p9"/>
            <p:cNvGrpSpPr/>
            <p:nvPr/>
          </p:nvGrpSpPr>
          <p:grpSpPr>
            <a:xfrm>
              <a:off x="858215" y="10690040"/>
              <a:ext cx="1375914" cy="434977"/>
              <a:chOff x="858215" y="10690040"/>
              <a:chExt cx="1375914" cy="434977"/>
            </a:xfrm>
          </p:grpSpPr>
          <p:sp>
            <p:nvSpPr>
              <p:cNvPr id="446" name="Google Shape;446;p9"/>
              <p:cNvSpPr/>
              <p:nvPr/>
            </p:nvSpPr>
            <p:spPr>
              <a:xfrm>
                <a:off x="136443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47" name="Google Shape;447;p9"/>
              <p:cNvSpPr/>
              <p:nvPr/>
            </p:nvSpPr>
            <p:spPr>
              <a:xfrm>
                <a:off x="1364424" y="10720876"/>
                <a:ext cx="434975" cy="373379"/>
              </a:xfrm>
              <a:custGeom>
                <a:rect b="b" l="l" r="r" t="t"/>
                <a:pathLst>
                  <a:path extrusionOk="0" h="373379" w="434975">
                    <a:moveTo>
                      <a:pt x="66509" y="351472"/>
                    </a:moveTo>
                    <a:lnTo>
                      <a:pt x="29095" y="329869"/>
                    </a:lnTo>
                    <a:lnTo>
                      <a:pt x="29095" y="373062"/>
                    </a:lnTo>
                    <a:lnTo>
                      <a:pt x="66509" y="351472"/>
                    </a:lnTo>
                    <a:close/>
                  </a:path>
                  <a:path extrusionOk="0" h="373379" w="434975">
                    <a:moveTo>
                      <a:pt x="66509" y="21590"/>
                    </a:moveTo>
                    <a:lnTo>
                      <a:pt x="29095" y="0"/>
                    </a:lnTo>
                    <a:lnTo>
                      <a:pt x="29095" y="43192"/>
                    </a:lnTo>
                    <a:lnTo>
                      <a:pt x="66509" y="21590"/>
                    </a:lnTo>
                    <a:close/>
                  </a:path>
                  <a:path extrusionOk="0" h="373379" w="434975">
                    <a:moveTo>
                      <a:pt x="135178" y="351472"/>
                    </a:moveTo>
                    <a:lnTo>
                      <a:pt x="97764" y="329869"/>
                    </a:lnTo>
                    <a:lnTo>
                      <a:pt x="97764" y="373062"/>
                    </a:lnTo>
                    <a:lnTo>
                      <a:pt x="135178" y="351472"/>
                    </a:lnTo>
                    <a:close/>
                  </a:path>
                  <a:path extrusionOk="0" h="373379" w="434975">
                    <a:moveTo>
                      <a:pt x="135178" y="21590"/>
                    </a:moveTo>
                    <a:lnTo>
                      <a:pt x="97764" y="0"/>
                    </a:lnTo>
                    <a:lnTo>
                      <a:pt x="97764" y="43192"/>
                    </a:lnTo>
                    <a:lnTo>
                      <a:pt x="135178" y="21590"/>
                    </a:lnTo>
                    <a:close/>
                  </a:path>
                  <a:path extrusionOk="0" h="373379" w="434975">
                    <a:moveTo>
                      <a:pt x="203847" y="351472"/>
                    </a:moveTo>
                    <a:lnTo>
                      <a:pt x="166433" y="329869"/>
                    </a:lnTo>
                    <a:lnTo>
                      <a:pt x="166433" y="373062"/>
                    </a:lnTo>
                    <a:lnTo>
                      <a:pt x="203847" y="351472"/>
                    </a:lnTo>
                    <a:close/>
                  </a:path>
                  <a:path extrusionOk="0" h="373379" w="434975">
                    <a:moveTo>
                      <a:pt x="203847" y="21590"/>
                    </a:moveTo>
                    <a:lnTo>
                      <a:pt x="166433" y="0"/>
                    </a:lnTo>
                    <a:lnTo>
                      <a:pt x="166433" y="43192"/>
                    </a:lnTo>
                    <a:lnTo>
                      <a:pt x="203847" y="21590"/>
                    </a:lnTo>
                    <a:close/>
                  </a:path>
                  <a:path extrusionOk="0" h="373379" w="434975">
                    <a:moveTo>
                      <a:pt x="272516" y="351472"/>
                    </a:moveTo>
                    <a:lnTo>
                      <a:pt x="235102" y="329869"/>
                    </a:lnTo>
                    <a:lnTo>
                      <a:pt x="235102" y="373062"/>
                    </a:lnTo>
                    <a:lnTo>
                      <a:pt x="272516" y="351472"/>
                    </a:lnTo>
                    <a:close/>
                  </a:path>
                  <a:path extrusionOk="0" h="373379" w="434975">
                    <a:moveTo>
                      <a:pt x="272516" y="21590"/>
                    </a:moveTo>
                    <a:lnTo>
                      <a:pt x="235102" y="0"/>
                    </a:lnTo>
                    <a:lnTo>
                      <a:pt x="235102" y="43192"/>
                    </a:lnTo>
                    <a:lnTo>
                      <a:pt x="272516" y="21590"/>
                    </a:lnTo>
                    <a:close/>
                  </a:path>
                  <a:path extrusionOk="0" h="373379" w="434975">
                    <a:moveTo>
                      <a:pt x="341185" y="351472"/>
                    </a:moveTo>
                    <a:lnTo>
                      <a:pt x="303771" y="329869"/>
                    </a:lnTo>
                    <a:lnTo>
                      <a:pt x="303771" y="373062"/>
                    </a:lnTo>
                    <a:lnTo>
                      <a:pt x="341185" y="351472"/>
                    </a:lnTo>
                    <a:close/>
                  </a:path>
                  <a:path extrusionOk="0" h="373379" w="434975">
                    <a:moveTo>
                      <a:pt x="341185" y="21590"/>
                    </a:moveTo>
                    <a:lnTo>
                      <a:pt x="303771" y="0"/>
                    </a:lnTo>
                    <a:lnTo>
                      <a:pt x="303771" y="43192"/>
                    </a:lnTo>
                    <a:lnTo>
                      <a:pt x="341185" y="21590"/>
                    </a:lnTo>
                    <a:close/>
                  </a:path>
                  <a:path extrusionOk="0" h="373379" w="434975">
                    <a:moveTo>
                      <a:pt x="409854" y="351472"/>
                    </a:moveTo>
                    <a:lnTo>
                      <a:pt x="372440" y="329869"/>
                    </a:lnTo>
                    <a:lnTo>
                      <a:pt x="372440" y="373062"/>
                    </a:lnTo>
                    <a:lnTo>
                      <a:pt x="409854" y="351472"/>
                    </a:lnTo>
                    <a:close/>
                  </a:path>
                  <a:path extrusionOk="0" h="373379" w="434975">
                    <a:moveTo>
                      <a:pt x="409854" y="21590"/>
                    </a:moveTo>
                    <a:lnTo>
                      <a:pt x="372440" y="0"/>
                    </a:lnTo>
                    <a:lnTo>
                      <a:pt x="372440" y="43192"/>
                    </a:lnTo>
                    <a:lnTo>
                      <a:pt x="409854" y="21590"/>
                    </a:lnTo>
                    <a:close/>
                  </a:path>
                  <a:path extrusionOk="0" h="373379" w="434975">
                    <a:moveTo>
                      <a:pt x="434721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34721" y="305295"/>
                    </a:lnTo>
                    <a:lnTo>
                      <a:pt x="434721" y="272110"/>
                    </a:lnTo>
                    <a:close/>
                  </a:path>
                  <a:path extrusionOk="0" h="373379" w="434975">
                    <a:moveTo>
                      <a:pt x="434721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34721" y="237528"/>
                    </a:lnTo>
                    <a:lnTo>
                      <a:pt x="434721" y="204343"/>
                    </a:lnTo>
                    <a:close/>
                  </a:path>
                  <a:path extrusionOk="0" h="373379" w="434975">
                    <a:moveTo>
                      <a:pt x="434721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34721" y="169760"/>
                    </a:lnTo>
                    <a:lnTo>
                      <a:pt x="434721" y="136575"/>
                    </a:lnTo>
                    <a:close/>
                  </a:path>
                  <a:path extrusionOk="0" h="373379" w="434975">
                    <a:moveTo>
                      <a:pt x="434721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34721" y="101993"/>
                    </a:lnTo>
                    <a:lnTo>
                      <a:pt x="434721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48" name="Google Shape;448;p9"/>
              <p:cNvSpPr/>
              <p:nvPr/>
            </p:nvSpPr>
            <p:spPr>
              <a:xfrm>
                <a:off x="179915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49" name="Google Shape;449;p9"/>
              <p:cNvSpPr/>
              <p:nvPr/>
            </p:nvSpPr>
            <p:spPr>
              <a:xfrm>
                <a:off x="1858370" y="10749260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50" name="Google Shape;450;p9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197253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51" name="Google Shape;451;p9"/>
              <p:cNvSpPr/>
              <p:nvPr/>
            </p:nvSpPr>
            <p:spPr>
              <a:xfrm>
                <a:off x="858220" y="10690042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52" name="Google Shape;452;p9"/>
              <p:cNvSpPr/>
              <p:nvPr/>
            </p:nvSpPr>
            <p:spPr>
              <a:xfrm>
                <a:off x="858215" y="10690040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53" name="Google Shape;453;p9"/>
            <p:cNvGrpSpPr/>
            <p:nvPr/>
          </p:nvGrpSpPr>
          <p:grpSpPr>
            <a:xfrm>
              <a:off x="2740081" y="10690766"/>
              <a:ext cx="869693" cy="434986"/>
              <a:chOff x="2740081" y="10690766"/>
              <a:chExt cx="869693" cy="434986"/>
            </a:xfrm>
          </p:grpSpPr>
          <p:sp>
            <p:nvSpPr>
              <p:cNvPr id="454" name="Google Shape;454;p9"/>
              <p:cNvSpPr/>
              <p:nvPr/>
            </p:nvSpPr>
            <p:spPr>
              <a:xfrm>
                <a:off x="317479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55" name="Google Shape;455;p9"/>
              <p:cNvSpPr/>
              <p:nvPr/>
            </p:nvSpPr>
            <p:spPr>
              <a:xfrm>
                <a:off x="3174797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0" y="0"/>
                    </a:lnTo>
                    <a:lnTo>
                      <a:pt x="148386" y="215874"/>
                    </a:lnTo>
                    <a:lnTo>
                      <a:pt x="0" y="434721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21" y="215874"/>
                    </a:moveTo>
                    <a:lnTo>
                      <a:pt x="0" y="0"/>
                    </a:lnTo>
                    <a:lnTo>
                      <a:pt x="286219" y="215874"/>
                    </a:lnTo>
                    <a:lnTo>
                      <a:pt x="0" y="434721"/>
                    </a:lnTo>
                    <a:lnTo>
                      <a:pt x="434721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56" name="Google Shape;456;p9"/>
              <p:cNvSpPr/>
              <p:nvPr/>
            </p:nvSpPr>
            <p:spPr>
              <a:xfrm>
                <a:off x="2740081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57" name="Google Shape;457;p9"/>
              <p:cNvSpPr/>
              <p:nvPr/>
            </p:nvSpPr>
            <p:spPr>
              <a:xfrm>
                <a:off x="2820586" y="10771274"/>
                <a:ext cx="274319" cy="274320"/>
              </a:xfrm>
              <a:custGeom>
                <a:rect b="b" l="l" r="r" t="t"/>
                <a:pathLst>
                  <a:path extrusionOk="0" h="274320" w="274319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58" name="Google Shape;458;p9"/>
              <p:cNvSpPr/>
              <p:nvPr/>
            </p:nvSpPr>
            <p:spPr>
              <a:xfrm>
                <a:off x="2904819" y="10827568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59" name="Google Shape;459;p9"/>
            <p:cNvGrpSpPr/>
            <p:nvPr/>
          </p:nvGrpSpPr>
          <p:grpSpPr>
            <a:xfrm>
              <a:off x="2233866" y="10689316"/>
              <a:ext cx="506730" cy="434975"/>
              <a:chOff x="2233866" y="10689316"/>
              <a:chExt cx="506730" cy="434975"/>
            </a:xfrm>
          </p:grpSpPr>
          <p:sp>
            <p:nvSpPr>
              <p:cNvPr id="460" name="Google Shape;460;p9"/>
              <p:cNvSpPr/>
              <p:nvPr/>
            </p:nvSpPr>
            <p:spPr>
              <a:xfrm>
                <a:off x="2233866" y="10689316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61" name="Google Shape;461;p9"/>
              <p:cNvSpPr/>
              <p:nvPr/>
            </p:nvSpPr>
            <p:spPr>
              <a:xfrm>
                <a:off x="2430364" y="10826784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462" name="Google Shape;462;p9"/>
            <p:cNvSpPr/>
            <p:nvPr/>
          </p:nvSpPr>
          <p:spPr>
            <a:xfrm>
              <a:off x="6796786" y="10691450"/>
              <a:ext cx="436245" cy="434975"/>
            </a:xfrm>
            <a:custGeom>
              <a:rect b="b" l="l" r="r" t="t"/>
              <a:pathLst>
                <a:path extrusionOk="0" h="434975" w="436245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5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5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5">
                  <a:moveTo>
                    <a:pt x="435978" y="101"/>
                  </a:moveTo>
                  <a:close/>
                </a:path>
                <a:path extrusionOk="0" h="434975" w="436245">
                  <a:moveTo>
                    <a:pt x="435978" y="50"/>
                  </a:move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5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463" name="Google Shape;463;p9"/>
            <p:cNvGrpSpPr/>
            <p:nvPr/>
          </p:nvGrpSpPr>
          <p:grpSpPr>
            <a:xfrm>
              <a:off x="4987111" y="10691448"/>
              <a:ext cx="869699" cy="434990"/>
              <a:chOff x="4987111" y="10691448"/>
              <a:chExt cx="869699" cy="434990"/>
            </a:xfrm>
          </p:grpSpPr>
          <p:sp>
            <p:nvSpPr>
              <p:cNvPr id="464" name="Google Shape;464;p9"/>
              <p:cNvSpPr/>
              <p:nvPr/>
            </p:nvSpPr>
            <p:spPr>
              <a:xfrm>
                <a:off x="5421835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65" name="Google Shape;465;p9"/>
              <p:cNvSpPr/>
              <p:nvPr/>
            </p:nvSpPr>
            <p:spPr>
              <a:xfrm>
                <a:off x="5421820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58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58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12" y="0"/>
                    </a:lnTo>
                    <a:lnTo>
                      <a:pt x="148399" y="215861"/>
                    </a:lnTo>
                    <a:lnTo>
                      <a:pt x="12" y="434721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12" y="0"/>
                    </a:lnTo>
                    <a:lnTo>
                      <a:pt x="286232" y="215861"/>
                    </a:lnTo>
                    <a:lnTo>
                      <a:pt x="12" y="434721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66" name="Google Shape;466;p9"/>
              <p:cNvSpPr/>
              <p:nvPr/>
            </p:nvSpPr>
            <p:spPr>
              <a:xfrm>
                <a:off x="498711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67" name="Google Shape;467;p9"/>
              <p:cNvSpPr/>
              <p:nvPr/>
            </p:nvSpPr>
            <p:spPr>
              <a:xfrm>
                <a:off x="5067620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68" name="Google Shape;468;p9"/>
              <p:cNvSpPr/>
              <p:nvPr/>
            </p:nvSpPr>
            <p:spPr>
              <a:xfrm>
                <a:off x="5151854" y="10828250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69" name="Google Shape;469;p9"/>
            <p:cNvGrpSpPr/>
            <p:nvPr/>
          </p:nvGrpSpPr>
          <p:grpSpPr>
            <a:xfrm>
              <a:off x="4046184" y="10690002"/>
              <a:ext cx="941448" cy="436346"/>
              <a:chOff x="4046184" y="10690002"/>
              <a:chExt cx="941448" cy="436346"/>
            </a:xfrm>
          </p:grpSpPr>
          <p:sp>
            <p:nvSpPr>
              <p:cNvPr id="470" name="Google Shape;470;p9"/>
              <p:cNvSpPr/>
              <p:nvPr/>
            </p:nvSpPr>
            <p:spPr>
              <a:xfrm>
                <a:off x="4046868" y="10691373"/>
                <a:ext cx="434339" cy="434975"/>
              </a:xfrm>
              <a:custGeom>
                <a:rect b="b" l="l" r="r" t="t"/>
                <a:pathLst>
                  <a:path extrusionOk="0" h="434975" w="434339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71" name="Google Shape;471;p9"/>
              <p:cNvSpPr/>
              <p:nvPr/>
            </p:nvSpPr>
            <p:spPr>
              <a:xfrm>
                <a:off x="4046184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72" name="Google Shape;472;p9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404619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73" name="Google Shape;473;p9"/>
              <p:cNvSpPr/>
              <p:nvPr/>
            </p:nvSpPr>
            <p:spPr>
              <a:xfrm>
                <a:off x="4480903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74" name="Google Shape;474;p9"/>
              <p:cNvSpPr/>
              <p:nvPr/>
            </p:nvSpPr>
            <p:spPr>
              <a:xfrm>
                <a:off x="4677400" y="10827465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75" name="Google Shape;475;p9"/>
            <p:cNvGrpSpPr/>
            <p:nvPr/>
          </p:nvGrpSpPr>
          <p:grpSpPr>
            <a:xfrm>
              <a:off x="5856551" y="10691448"/>
              <a:ext cx="941449" cy="435035"/>
              <a:chOff x="5856551" y="10691448"/>
              <a:chExt cx="941449" cy="435035"/>
            </a:xfrm>
          </p:grpSpPr>
          <p:sp>
            <p:nvSpPr>
              <p:cNvPr id="476" name="Google Shape;476;p9"/>
              <p:cNvSpPr/>
              <p:nvPr/>
            </p:nvSpPr>
            <p:spPr>
              <a:xfrm>
                <a:off x="585655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77" name="Google Shape;477;p9"/>
              <p:cNvSpPr/>
              <p:nvPr/>
            </p:nvSpPr>
            <p:spPr>
              <a:xfrm>
                <a:off x="585655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78" name="Google Shape;478;p9"/>
              <p:cNvSpPr/>
              <p:nvPr/>
            </p:nvSpPr>
            <p:spPr>
              <a:xfrm>
                <a:off x="5856558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79" name="Google Shape;479;p9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5856556" y="10847083"/>
                <a:ext cx="279083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80" name="Google Shape;480;p9"/>
              <p:cNvSpPr/>
              <p:nvPr/>
            </p:nvSpPr>
            <p:spPr>
              <a:xfrm>
                <a:off x="6291271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81" name="Google Shape;481;p9"/>
              <p:cNvSpPr/>
              <p:nvPr/>
            </p:nvSpPr>
            <p:spPr>
              <a:xfrm>
                <a:off x="6291262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82" name="Google Shape;482;p9"/>
            <p:cNvGrpSpPr/>
            <p:nvPr/>
          </p:nvGrpSpPr>
          <p:grpSpPr>
            <a:xfrm>
              <a:off x="3611467" y="10689312"/>
              <a:ext cx="434975" cy="434975"/>
              <a:chOff x="3611467" y="10689312"/>
              <a:chExt cx="434975" cy="434975"/>
            </a:xfrm>
          </p:grpSpPr>
          <p:sp>
            <p:nvSpPr>
              <p:cNvPr id="483" name="Google Shape;483;p9"/>
              <p:cNvSpPr/>
              <p:nvPr/>
            </p:nvSpPr>
            <p:spPr>
              <a:xfrm>
                <a:off x="3611467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84" name="Google Shape;484;p9"/>
              <p:cNvSpPr/>
              <p:nvPr/>
            </p:nvSpPr>
            <p:spPr>
              <a:xfrm>
                <a:off x="3670685" y="10748534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85" name="Google Shape;485;p9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78485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86" name="Google Shape;486;p9"/>
            <p:cNvGrpSpPr/>
            <p:nvPr/>
          </p:nvGrpSpPr>
          <p:grpSpPr>
            <a:xfrm>
              <a:off x="7228599" y="10690042"/>
              <a:ext cx="863299" cy="434975"/>
              <a:chOff x="7228599" y="10690042"/>
              <a:chExt cx="863299" cy="434975"/>
            </a:xfrm>
          </p:grpSpPr>
          <p:sp>
            <p:nvSpPr>
              <p:cNvPr id="487" name="Google Shape;487;p9"/>
              <p:cNvSpPr/>
              <p:nvPr/>
            </p:nvSpPr>
            <p:spPr>
              <a:xfrm>
                <a:off x="7228602" y="10690042"/>
                <a:ext cx="428625" cy="434975"/>
              </a:xfrm>
              <a:custGeom>
                <a:rect b="b" l="l" r="r" t="t"/>
                <a:pathLst>
                  <a:path extrusionOk="0" h="434975" w="428625">
                    <a:moveTo>
                      <a:pt x="428320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28320" y="434719"/>
                    </a:lnTo>
                    <a:lnTo>
                      <a:pt x="42832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88" name="Google Shape;488;p9"/>
              <p:cNvSpPr/>
              <p:nvPr/>
            </p:nvSpPr>
            <p:spPr>
              <a:xfrm>
                <a:off x="7228599" y="10720876"/>
                <a:ext cx="428625" cy="373379"/>
              </a:xfrm>
              <a:custGeom>
                <a:rect b="b" l="l" r="r" t="t"/>
                <a:pathLst>
                  <a:path extrusionOk="0" h="373379" w="428625">
                    <a:moveTo>
                      <a:pt x="60096" y="351472"/>
                    </a:moveTo>
                    <a:lnTo>
                      <a:pt x="22682" y="329869"/>
                    </a:lnTo>
                    <a:lnTo>
                      <a:pt x="22682" y="373062"/>
                    </a:lnTo>
                    <a:lnTo>
                      <a:pt x="60096" y="351472"/>
                    </a:lnTo>
                    <a:close/>
                  </a:path>
                  <a:path extrusionOk="0" h="373379" w="428625">
                    <a:moveTo>
                      <a:pt x="60096" y="21590"/>
                    </a:moveTo>
                    <a:lnTo>
                      <a:pt x="22682" y="0"/>
                    </a:lnTo>
                    <a:lnTo>
                      <a:pt x="22682" y="43192"/>
                    </a:lnTo>
                    <a:lnTo>
                      <a:pt x="60096" y="21590"/>
                    </a:lnTo>
                    <a:close/>
                  </a:path>
                  <a:path extrusionOk="0" h="373379" w="428625">
                    <a:moveTo>
                      <a:pt x="128765" y="351472"/>
                    </a:moveTo>
                    <a:lnTo>
                      <a:pt x="91351" y="329869"/>
                    </a:lnTo>
                    <a:lnTo>
                      <a:pt x="91351" y="373062"/>
                    </a:lnTo>
                    <a:lnTo>
                      <a:pt x="128765" y="351472"/>
                    </a:lnTo>
                    <a:close/>
                  </a:path>
                  <a:path extrusionOk="0" h="373379" w="428625">
                    <a:moveTo>
                      <a:pt x="128765" y="21590"/>
                    </a:moveTo>
                    <a:lnTo>
                      <a:pt x="91351" y="0"/>
                    </a:lnTo>
                    <a:lnTo>
                      <a:pt x="91351" y="43192"/>
                    </a:lnTo>
                    <a:lnTo>
                      <a:pt x="128765" y="21590"/>
                    </a:lnTo>
                    <a:close/>
                  </a:path>
                  <a:path extrusionOk="0" h="373379" w="428625">
                    <a:moveTo>
                      <a:pt x="197434" y="351472"/>
                    </a:moveTo>
                    <a:lnTo>
                      <a:pt x="160032" y="329869"/>
                    </a:lnTo>
                    <a:lnTo>
                      <a:pt x="160032" y="373062"/>
                    </a:lnTo>
                    <a:lnTo>
                      <a:pt x="197434" y="351472"/>
                    </a:lnTo>
                    <a:close/>
                  </a:path>
                  <a:path extrusionOk="0" h="373379" w="428625">
                    <a:moveTo>
                      <a:pt x="197434" y="21590"/>
                    </a:moveTo>
                    <a:lnTo>
                      <a:pt x="160032" y="0"/>
                    </a:lnTo>
                    <a:lnTo>
                      <a:pt x="160032" y="43192"/>
                    </a:lnTo>
                    <a:lnTo>
                      <a:pt x="197434" y="21590"/>
                    </a:lnTo>
                    <a:close/>
                  </a:path>
                  <a:path extrusionOk="0" h="373379" w="428625">
                    <a:moveTo>
                      <a:pt x="266103" y="351472"/>
                    </a:moveTo>
                    <a:lnTo>
                      <a:pt x="228701" y="329869"/>
                    </a:lnTo>
                    <a:lnTo>
                      <a:pt x="228701" y="373062"/>
                    </a:lnTo>
                    <a:lnTo>
                      <a:pt x="266103" y="351472"/>
                    </a:lnTo>
                    <a:close/>
                  </a:path>
                  <a:path extrusionOk="0" h="373379" w="428625">
                    <a:moveTo>
                      <a:pt x="266103" y="21590"/>
                    </a:moveTo>
                    <a:lnTo>
                      <a:pt x="228701" y="0"/>
                    </a:lnTo>
                    <a:lnTo>
                      <a:pt x="228701" y="43192"/>
                    </a:lnTo>
                    <a:lnTo>
                      <a:pt x="266103" y="21590"/>
                    </a:lnTo>
                    <a:close/>
                  </a:path>
                  <a:path extrusionOk="0" h="373379" w="428625">
                    <a:moveTo>
                      <a:pt x="334784" y="351472"/>
                    </a:moveTo>
                    <a:lnTo>
                      <a:pt x="297370" y="329869"/>
                    </a:lnTo>
                    <a:lnTo>
                      <a:pt x="297370" y="373062"/>
                    </a:lnTo>
                    <a:lnTo>
                      <a:pt x="334784" y="351472"/>
                    </a:lnTo>
                    <a:close/>
                  </a:path>
                  <a:path extrusionOk="0" h="373379" w="428625">
                    <a:moveTo>
                      <a:pt x="334784" y="21590"/>
                    </a:moveTo>
                    <a:lnTo>
                      <a:pt x="297370" y="0"/>
                    </a:lnTo>
                    <a:lnTo>
                      <a:pt x="297370" y="43192"/>
                    </a:lnTo>
                    <a:lnTo>
                      <a:pt x="334784" y="21590"/>
                    </a:lnTo>
                    <a:close/>
                  </a:path>
                  <a:path extrusionOk="0" h="373379" w="428625">
                    <a:moveTo>
                      <a:pt x="403453" y="351472"/>
                    </a:moveTo>
                    <a:lnTo>
                      <a:pt x="366039" y="329869"/>
                    </a:lnTo>
                    <a:lnTo>
                      <a:pt x="366039" y="373062"/>
                    </a:lnTo>
                    <a:lnTo>
                      <a:pt x="403453" y="351472"/>
                    </a:lnTo>
                    <a:close/>
                  </a:path>
                  <a:path extrusionOk="0" h="373379" w="428625">
                    <a:moveTo>
                      <a:pt x="403453" y="21590"/>
                    </a:moveTo>
                    <a:lnTo>
                      <a:pt x="366039" y="0"/>
                    </a:lnTo>
                    <a:lnTo>
                      <a:pt x="366039" y="43192"/>
                    </a:lnTo>
                    <a:lnTo>
                      <a:pt x="403453" y="21590"/>
                    </a:lnTo>
                    <a:close/>
                  </a:path>
                  <a:path extrusionOk="0" h="373379" w="428625">
                    <a:moveTo>
                      <a:pt x="428320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28320" y="305295"/>
                    </a:lnTo>
                    <a:lnTo>
                      <a:pt x="428320" y="272110"/>
                    </a:lnTo>
                    <a:close/>
                  </a:path>
                  <a:path extrusionOk="0" h="373379" w="428625">
                    <a:moveTo>
                      <a:pt x="428320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28320" y="237528"/>
                    </a:lnTo>
                    <a:lnTo>
                      <a:pt x="428320" y="204343"/>
                    </a:lnTo>
                    <a:close/>
                  </a:path>
                  <a:path extrusionOk="0" h="373379" w="428625">
                    <a:moveTo>
                      <a:pt x="428320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28320" y="169760"/>
                    </a:lnTo>
                    <a:lnTo>
                      <a:pt x="428320" y="136575"/>
                    </a:lnTo>
                    <a:close/>
                  </a:path>
                  <a:path extrusionOk="0" h="373379" w="428625">
                    <a:moveTo>
                      <a:pt x="428320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28320" y="101993"/>
                    </a:lnTo>
                    <a:lnTo>
                      <a:pt x="428320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89" name="Google Shape;489;p9"/>
              <p:cNvSpPr/>
              <p:nvPr/>
            </p:nvSpPr>
            <p:spPr>
              <a:xfrm>
                <a:off x="7656923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90" name="Google Shape;490;p9"/>
              <p:cNvSpPr/>
              <p:nvPr/>
            </p:nvSpPr>
            <p:spPr>
              <a:xfrm>
                <a:off x="7716139" y="10749260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91" name="Google Shape;491;p9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783030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92" name="Google Shape;492;p9"/>
            <p:cNvGrpSpPr/>
            <p:nvPr/>
          </p:nvGrpSpPr>
          <p:grpSpPr>
            <a:xfrm>
              <a:off x="8597850" y="10690766"/>
              <a:ext cx="869695" cy="434986"/>
              <a:chOff x="8597850" y="10690766"/>
              <a:chExt cx="869695" cy="434986"/>
            </a:xfrm>
          </p:grpSpPr>
          <p:sp>
            <p:nvSpPr>
              <p:cNvPr id="493" name="Google Shape;493;p9"/>
              <p:cNvSpPr/>
              <p:nvPr/>
            </p:nvSpPr>
            <p:spPr>
              <a:xfrm>
                <a:off x="903256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94" name="Google Shape;494;p9"/>
              <p:cNvSpPr/>
              <p:nvPr/>
            </p:nvSpPr>
            <p:spPr>
              <a:xfrm>
                <a:off x="9032570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38" y="50"/>
                    </a:lnTo>
                    <a:lnTo>
                      <a:pt x="148374" y="215874"/>
                    </a:lnTo>
                    <a:lnTo>
                      <a:pt x="38" y="434682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08" y="215874"/>
                    </a:moveTo>
                    <a:lnTo>
                      <a:pt x="38" y="50"/>
                    </a:lnTo>
                    <a:lnTo>
                      <a:pt x="286219" y="215874"/>
                    </a:lnTo>
                    <a:lnTo>
                      <a:pt x="38" y="434682"/>
                    </a:lnTo>
                    <a:lnTo>
                      <a:pt x="434708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95" name="Google Shape;495;p9"/>
              <p:cNvSpPr/>
              <p:nvPr/>
            </p:nvSpPr>
            <p:spPr>
              <a:xfrm>
                <a:off x="8597850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96" name="Google Shape;496;p9"/>
              <p:cNvSpPr/>
              <p:nvPr/>
            </p:nvSpPr>
            <p:spPr>
              <a:xfrm>
                <a:off x="8678355" y="10771274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97" name="Google Shape;497;p9"/>
              <p:cNvSpPr/>
              <p:nvPr/>
            </p:nvSpPr>
            <p:spPr>
              <a:xfrm>
                <a:off x="8762588" y="10827568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98" name="Google Shape;498;p9"/>
            <p:cNvGrpSpPr/>
            <p:nvPr/>
          </p:nvGrpSpPr>
          <p:grpSpPr>
            <a:xfrm>
              <a:off x="8091640" y="10689316"/>
              <a:ext cx="506729" cy="434975"/>
              <a:chOff x="8091640" y="10689316"/>
              <a:chExt cx="506729" cy="434975"/>
            </a:xfrm>
          </p:grpSpPr>
          <p:sp>
            <p:nvSpPr>
              <p:cNvPr id="499" name="Google Shape;499;p9"/>
              <p:cNvSpPr/>
              <p:nvPr/>
            </p:nvSpPr>
            <p:spPr>
              <a:xfrm>
                <a:off x="8091640" y="10689316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00" name="Google Shape;500;p9"/>
              <p:cNvSpPr/>
              <p:nvPr/>
            </p:nvSpPr>
            <p:spPr>
              <a:xfrm>
                <a:off x="8288134" y="10826784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501" name="Google Shape;501;p9"/>
            <p:cNvSpPr/>
            <p:nvPr/>
          </p:nvSpPr>
          <p:spPr>
            <a:xfrm>
              <a:off x="12654560" y="10691450"/>
              <a:ext cx="436244" cy="434975"/>
            </a:xfrm>
            <a:custGeom>
              <a:rect b="b" l="l" r="r" t="t"/>
              <a:pathLst>
                <a:path extrusionOk="0" h="434975" w="436244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4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4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4">
                  <a:moveTo>
                    <a:pt x="435978" y="101"/>
                  </a:moveTo>
                  <a:close/>
                </a:path>
                <a:path extrusionOk="0" h="434975" w="436244">
                  <a:moveTo>
                    <a:pt x="435978" y="50"/>
                  </a:move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4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502" name="Google Shape;502;p9"/>
            <p:cNvGrpSpPr/>
            <p:nvPr/>
          </p:nvGrpSpPr>
          <p:grpSpPr>
            <a:xfrm>
              <a:off x="10844884" y="10691448"/>
              <a:ext cx="869695" cy="434990"/>
              <a:chOff x="10844884" y="10691448"/>
              <a:chExt cx="869695" cy="434990"/>
            </a:xfrm>
          </p:grpSpPr>
          <p:sp>
            <p:nvSpPr>
              <p:cNvPr id="503" name="Google Shape;503;p9"/>
              <p:cNvSpPr/>
              <p:nvPr/>
            </p:nvSpPr>
            <p:spPr>
              <a:xfrm>
                <a:off x="1127960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04" name="Google Shape;504;p9"/>
              <p:cNvSpPr/>
              <p:nvPr/>
            </p:nvSpPr>
            <p:spPr>
              <a:xfrm>
                <a:off x="11279594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46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46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50" y="50"/>
                    </a:lnTo>
                    <a:lnTo>
                      <a:pt x="148399" y="215861"/>
                    </a:lnTo>
                    <a:lnTo>
                      <a:pt x="50" y="434682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50" y="50"/>
                    </a:lnTo>
                    <a:lnTo>
                      <a:pt x="286219" y="215861"/>
                    </a:lnTo>
                    <a:lnTo>
                      <a:pt x="50" y="434682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05" name="Google Shape;505;p9"/>
              <p:cNvSpPr/>
              <p:nvPr/>
            </p:nvSpPr>
            <p:spPr>
              <a:xfrm>
                <a:off x="1084488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06" name="Google Shape;506;p9"/>
              <p:cNvSpPr/>
              <p:nvPr/>
            </p:nvSpPr>
            <p:spPr>
              <a:xfrm>
                <a:off x="10925395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07" name="Google Shape;507;p9"/>
              <p:cNvSpPr/>
              <p:nvPr/>
            </p:nvSpPr>
            <p:spPr>
              <a:xfrm>
                <a:off x="11009622" y="10828250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08" name="Google Shape;508;p9"/>
            <p:cNvGrpSpPr/>
            <p:nvPr/>
          </p:nvGrpSpPr>
          <p:grpSpPr>
            <a:xfrm>
              <a:off x="9903955" y="10690002"/>
              <a:ext cx="941450" cy="436346"/>
              <a:chOff x="9903955" y="10690002"/>
              <a:chExt cx="941450" cy="436346"/>
            </a:xfrm>
          </p:grpSpPr>
          <p:sp>
            <p:nvSpPr>
              <p:cNvPr id="509" name="Google Shape;509;p9"/>
              <p:cNvSpPr/>
              <p:nvPr/>
            </p:nvSpPr>
            <p:spPr>
              <a:xfrm>
                <a:off x="9904638" y="10691373"/>
                <a:ext cx="434340" cy="434975"/>
              </a:xfrm>
              <a:custGeom>
                <a:rect b="b" l="l" r="r" t="t"/>
                <a:pathLst>
                  <a:path extrusionOk="0" h="434975" w="434340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10" name="Google Shape;510;p9"/>
              <p:cNvSpPr/>
              <p:nvPr/>
            </p:nvSpPr>
            <p:spPr>
              <a:xfrm>
                <a:off x="9903955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11" name="Google Shape;511;p9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990396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12" name="Google Shape;512;p9"/>
              <p:cNvSpPr/>
              <p:nvPr/>
            </p:nvSpPr>
            <p:spPr>
              <a:xfrm>
                <a:off x="10338676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196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196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13" name="Google Shape;513;p9"/>
              <p:cNvSpPr/>
              <p:nvPr/>
            </p:nvSpPr>
            <p:spPr>
              <a:xfrm>
                <a:off x="10535166" y="10827465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14" name="Google Shape;514;p9"/>
            <p:cNvGrpSpPr/>
            <p:nvPr/>
          </p:nvGrpSpPr>
          <p:grpSpPr>
            <a:xfrm>
              <a:off x="11714323" y="10691448"/>
              <a:ext cx="941449" cy="435035"/>
              <a:chOff x="11714323" y="10691448"/>
              <a:chExt cx="941449" cy="435035"/>
            </a:xfrm>
          </p:grpSpPr>
          <p:sp>
            <p:nvSpPr>
              <p:cNvPr id="515" name="Google Shape;515;p9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16" name="Google Shape;516;p9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17" name="Google Shape;517;p9"/>
              <p:cNvSpPr/>
              <p:nvPr/>
            </p:nvSpPr>
            <p:spPr>
              <a:xfrm>
                <a:off x="11714323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18" name="Google Shape;518;p9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11714323" y="10847083"/>
                <a:ext cx="279090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19" name="Google Shape;519;p9"/>
              <p:cNvSpPr/>
              <p:nvPr/>
            </p:nvSpPr>
            <p:spPr>
              <a:xfrm>
                <a:off x="12149043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20" name="Google Shape;520;p9"/>
              <p:cNvSpPr/>
              <p:nvPr/>
            </p:nvSpPr>
            <p:spPr>
              <a:xfrm>
                <a:off x="12149036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21" name="Google Shape;521;p9"/>
            <p:cNvGrpSpPr/>
            <p:nvPr/>
          </p:nvGrpSpPr>
          <p:grpSpPr>
            <a:xfrm>
              <a:off x="9469238" y="10689312"/>
              <a:ext cx="434975" cy="434975"/>
              <a:chOff x="9469238" y="10689312"/>
              <a:chExt cx="434975" cy="434975"/>
            </a:xfrm>
          </p:grpSpPr>
          <p:sp>
            <p:nvSpPr>
              <p:cNvPr id="522" name="Google Shape;522;p9"/>
              <p:cNvSpPr/>
              <p:nvPr/>
            </p:nvSpPr>
            <p:spPr>
              <a:xfrm>
                <a:off x="9469238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23" name="Google Shape;523;p9"/>
              <p:cNvSpPr/>
              <p:nvPr/>
            </p:nvSpPr>
            <p:spPr>
              <a:xfrm>
                <a:off x="9528455" y="10748534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24" name="Google Shape;524;p9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964262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525" name="Google Shape;525;p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929225" y="295100"/>
            <a:ext cx="1972325" cy="592276"/>
          </a:xfrm>
          <a:prstGeom prst="rect">
            <a:avLst/>
          </a:prstGeom>
          <a:noFill/>
          <a:ln>
            <a:noFill/>
          </a:ln>
        </p:spPr>
      </p:pic>
      <p:sp>
        <p:nvSpPr>
          <p:cNvPr id="526" name="Google Shape;526;p9"/>
          <p:cNvSpPr txBox="1"/>
          <p:nvPr/>
        </p:nvSpPr>
        <p:spPr>
          <a:xfrm>
            <a:off x="7142625" y="6258825"/>
            <a:ext cx="48627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None/>
            </a:pPr>
            <a:r>
              <a:rPr lang="en-MY" sz="1000" u="sng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  <a:hlinkClick r:id="rId8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Interledger.org</a:t>
            </a:r>
            <a:r>
              <a:rPr lang="en-MY" sz="10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 </a:t>
            </a:r>
            <a:endParaRPr sz="10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MY" sz="10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#OpenPayments #ILPHacks</a:t>
            </a:r>
            <a:endParaRPr sz="10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  <p:transition spd="slow">
    <p:push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>
  <p:cSld name="13_Title Slide"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10"/>
          <p:cNvSpPr txBox="1"/>
          <p:nvPr>
            <p:ph idx="1" type="body"/>
          </p:nvPr>
        </p:nvSpPr>
        <p:spPr>
          <a:xfrm>
            <a:off x="7142627" y="6566902"/>
            <a:ext cx="4862560" cy="20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529" name="Google Shape;529;p10"/>
          <p:cNvSpPr txBox="1"/>
          <p:nvPr>
            <p:ph idx="2" type="body"/>
          </p:nvPr>
        </p:nvSpPr>
        <p:spPr>
          <a:xfrm>
            <a:off x="2295975" y="1614510"/>
            <a:ext cx="7591703" cy="292161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A915"/>
              </a:buClr>
              <a:buSzPts val="4400"/>
              <a:buFont typeface="Arial"/>
              <a:buNone/>
              <a:defRPr b="0" i="0" sz="4400" u="none" cap="none" strike="noStrike">
                <a:solidFill>
                  <a:srgbClr val="FFA915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530" name="Google Shape;530;p10"/>
          <p:cNvGrpSpPr/>
          <p:nvPr/>
        </p:nvGrpSpPr>
        <p:grpSpPr>
          <a:xfrm>
            <a:off x="0" y="6344554"/>
            <a:ext cx="9069309" cy="302872"/>
            <a:chOff x="0" y="10689312"/>
            <a:chExt cx="13090804" cy="437171"/>
          </a:xfrm>
        </p:grpSpPr>
        <p:grpSp>
          <p:nvGrpSpPr>
            <p:cNvPr id="531" name="Google Shape;531;p10"/>
            <p:cNvGrpSpPr/>
            <p:nvPr/>
          </p:nvGrpSpPr>
          <p:grpSpPr>
            <a:xfrm>
              <a:off x="0" y="10690041"/>
              <a:ext cx="858479" cy="435034"/>
              <a:chOff x="0" y="10690041"/>
              <a:chExt cx="858479" cy="435034"/>
            </a:xfrm>
          </p:grpSpPr>
          <p:sp>
            <p:nvSpPr>
              <p:cNvPr id="532" name="Google Shape;532;p10"/>
              <p:cNvSpPr/>
              <p:nvPr/>
            </p:nvSpPr>
            <p:spPr>
              <a:xfrm>
                <a:off x="0" y="10690548"/>
                <a:ext cx="423545" cy="423545"/>
              </a:xfrm>
              <a:custGeom>
                <a:rect b="b" l="l" r="r" t="t"/>
                <a:pathLst>
                  <a:path extrusionOk="0" h="423545" w="423545">
                    <a:moveTo>
                      <a:pt x="423265" y="76"/>
                    </a:moveTo>
                    <a:lnTo>
                      <a:pt x="0" y="112052"/>
                    </a:lnTo>
                    <a:lnTo>
                      <a:pt x="0" y="124612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265" y="76"/>
                    </a:moveTo>
                    <a:lnTo>
                      <a:pt x="0" y="149402"/>
                    </a:lnTo>
                    <a:lnTo>
                      <a:pt x="0" y="161963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341" y="38"/>
                    </a:moveTo>
                    <a:lnTo>
                      <a:pt x="0" y="74688"/>
                    </a:lnTo>
                    <a:lnTo>
                      <a:pt x="0" y="87236"/>
                    </a:lnTo>
                    <a:lnTo>
                      <a:pt x="423341" y="38"/>
                    </a:lnTo>
                    <a:close/>
                  </a:path>
                  <a:path extrusionOk="0" h="423545" w="423545">
                    <a:moveTo>
                      <a:pt x="423379" y="38"/>
                    </a:move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0"/>
                    </a:lnTo>
                    <a:lnTo>
                      <a:pt x="0" y="1252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50"/>
                    </a:lnTo>
                    <a:lnTo>
                      <a:pt x="0" y="4987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186753"/>
                    </a:lnTo>
                    <a:lnTo>
                      <a:pt x="0" y="19933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24091"/>
                    </a:lnTo>
                    <a:lnTo>
                      <a:pt x="0" y="23668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61454"/>
                    </a:lnTo>
                    <a:lnTo>
                      <a:pt x="0" y="27405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98805"/>
                    </a:lnTo>
                    <a:lnTo>
                      <a:pt x="0" y="311416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36143"/>
                    </a:lnTo>
                    <a:lnTo>
                      <a:pt x="0" y="348780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494"/>
                    </a:lnTo>
                    <a:lnTo>
                      <a:pt x="0" y="38614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410857"/>
                    </a:lnTo>
                    <a:lnTo>
                      <a:pt x="0" y="423506"/>
                    </a:lnTo>
                    <a:lnTo>
                      <a:pt x="423494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33" name="Google Shape;533;p10"/>
              <p:cNvSpPr/>
              <p:nvPr/>
            </p:nvSpPr>
            <p:spPr>
              <a:xfrm>
                <a:off x="423500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34" name="Google Shape;534;p10"/>
              <p:cNvSpPr/>
              <p:nvPr/>
            </p:nvSpPr>
            <p:spPr>
              <a:xfrm>
                <a:off x="423504" y="10690041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35" name="Google Shape;535;p10"/>
              <p:cNvSpPr/>
              <p:nvPr/>
            </p:nvSpPr>
            <p:spPr>
              <a:xfrm>
                <a:off x="423504" y="10845675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90" y="0"/>
                    </a:moveTo>
                    <a:lnTo>
                      <a:pt x="0" y="0"/>
                    </a:lnTo>
                    <a:lnTo>
                      <a:pt x="279090" y="279090"/>
                    </a:lnTo>
                    <a:lnTo>
                      <a:pt x="27909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36" name="Google Shape;536;p10"/>
              <p:cNvPicPr preferRelativeResize="0"/>
              <p:nvPr/>
            </p:nvPicPr>
            <p:blipFill rotWithShape="1">
              <a:blip r:embed="rId2">
                <a:alphaModFix/>
              </a:blip>
              <a:srcRect b="0" l="0" r="0" t="0"/>
              <a:stretch/>
            </p:blipFill>
            <p:spPr>
              <a:xfrm>
                <a:off x="423504" y="10845676"/>
                <a:ext cx="279086" cy="27908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7" name="Google Shape;537;p10"/>
            <p:cNvGrpSpPr/>
            <p:nvPr/>
          </p:nvGrpSpPr>
          <p:grpSpPr>
            <a:xfrm>
              <a:off x="858215" y="10690040"/>
              <a:ext cx="1375914" cy="434977"/>
              <a:chOff x="858215" y="10690040"/>
              <a:chExt cx="1375914" cy="434977"/>
            </a:xfrm>
          </p:grpSpPr>
          <p:sp>
            <p:nvSpPr>
              <p:cNvPr id="538" name="Google Shape;538;p10"/>
              <p:cNvSpPr/>
              <p:nvPr/>
            </p:nvSpPr>
            <p:spPr>
              <a:xfrm>
                <a:off x="136443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39" name="Google Shape;539;p10"/>
              <p:cNvSpPr/>
              <p:nvPr/>
            </p:nvSpPr>
            <p:spPr>
              <a:xfrm>
                <a:off x="1364424" y="10720876"/>
                <a:ext cx="434975" cy="373379"/>
              </a:xfrm>
              <a:custGeom>
                <a:rect b="b" l="l" r="r" t="t"/>
                <a:pathLst>
                  <a:path extrusionOk="0" h="373379" w="434975">
                    <a:moveTo>
                      <a:pt x="66509" y="351472"/>
                    </a:moveTo>
                    <a:lnTo>
                      <a:pt x="29095" y="329869"/>
                    </a:lnTo>
                    <a:lnTo>
                      <a:pt x="29095" y="373062"/>
                    </a:lnTo>
                    <a:lnTo>
                      <a:pt x="66509" y="351472"/>
                    </a:lnTo>
                    <a:close/>
                  </a:path>
                  <a:path extrusionOk="0" h="373379" w="434975">
                    <a:moveTo>
                      <a:pt x="66509" y="21590"/>
                    </a:moveTo>
                    <a:lnTo>
                      <a:pt x="29095" y="0"/>
                    </a:lnTo>
                    <a:lnTo>
                      <a:pt x="29095" y="43192"/>
                    </a:lnTo>
                    <a:lnTo>
                      <a:pt x="66509" y="21590"/>
                    </a:lnTo>
                    <a:close/>
                  </a:path>
                  <a:path extrusionOk="0" h="373379" w="434975">
                    <a:moveTo>
                      <a:pt x="135178" y="351472"/>
                    </a:moveTo>
                    <a:lnTo>
                      <a:pt x="97764" y="329869"/>
                    </a:lnTo>
                    <a:lnTo>
                      <a:pt x="97764" y="373062"/>
                    </a:lnTo>
                    <a:lnTo>
                      <a:pt x="135178" y="351472"/>
                    </a:lnTo>
                    <a:close/>
                  </a:path>
                  <a:path extrusionOk="0" h="373379" w="434975">
                    <a:moveTo>
                      <a:pt x="135178" y="21590"/>
                    </a:moveTo>
                    <a:lnTo>
                      <a:pt x="97764" y="0"/>
                    </a:lnTo>
                    <a:lnTo>
                      <a:pt x="97764" y="43192"/>
                    </a:lnTo>
                    <a:lnTo>
                      <a:pt x="135178" y="21590"/>
                    </a:lnTo>
                    <a:close/>
                  </a:path>
                  <a:path extrusionOk="0" h="373379" w="434975">
                    <a:moveTo>
                      <a:pt x="203847" y="351472"/>
                    </a:moveTo>
                    <a:lnTo>
                      <a:pt x="166433" y="329869"/>
                    </a:lnTo>
                    <a:lnTo>
                      <a:pt x="166433" y="373062"/>
                    </a:lnTo>
                    <a:lnTo>
                      <a:pt x="203847" y="351472"/>
                    </a:lnTo>
                    <a:close/>
                  </a:path>
                  <a:path extrusionOk="0" h="373379" w="434975">
                    <a:moveTo>
                      <a:pt x="203847" y="21590"/>
                    </a:moveTo>
                    <a:lnTo>
                      <a:pt x="166433" y="0"/>
                    </a:lnTo>
                    <a:lnTo>
                      <a:pt x="166433" y="43192"/>
                    </a:lnTo>
                    <a:lnTo>
                      <a:pt x="203847" y="21590"/>
                    </a:lnTo>
                    <a:close/>
                  </a:path>
                  <a:path extrusionOk="0" h="373379" w="434975">
                    <a:moveTo>
                      <a:pt x="272516" y="351472"/>
                    </a:moveTo>
                    <a:lnTo>
                      <a:pt x="235102" y="329869"/>
                    </a:lnTo>
                    <a:lnTo>
                      <a:pt x="235102" y="373062"/>
                    </a:lnTo>
                    <a:lnTo>
                      <a:pt x="272516" y="351472"/>
                    </a:lnTo>
                    <a:close/>
                  </a:path>
                  <a:path extrusionOk="0" h="373379" w="434975">
                    <a:moveTo>
                      <a:pt x="272516" y="21590"/>
                    </a:moveTo>
                    <a:lnTo>
                      <a:pt x="235102" y="0"/>
                    </a:lnTo>
                    <a:lnTo>
                      <a:pt x="235102" y="43192"/>
                    </a:lnTo>
                    <a:lnTo>
                      <a:pt x="272516" y="21590"/>
                    </a:lnTo>
                    <a:close/>
                  </a:path>
                  <a:path extrusionOk="0" h="373379" w="434975">
                    <a:moveTo>
                      <a:pt x="341185" y="351472"/>
                    </a:moveTo>
                    <a:lnTo>
                      <a:pt x="303771" y="329869"/>
                    </a:lnTo>
                    <a:lnTo>
                      <a:pt x="303771" y="373062"/>
                    </a:lnTo>
                    <a:lnTo>
                      <a:pt x="341185" y="351472"/>
                    </a:lnTo>
                    <a:close/>
                  </a:path>
                  <a:path extrusionOk="0" h="373379" w="434975">
                    <a:moveTo>
                      <a:pt x="341185" y="21590"/>
                    </a:moveTo>
                    <a:lnTo>
                      <a:pt x="303771" y="0"/>
                    </a:lnTo>
                    <a:lnTo>
                      <a:pt x="303771" y="43192"/>
                    </a:lnTo>
                    <a:lnTo>
                      <a:pt x="341185" y="21590"/>
                    </a:lnTo>
                    <a:close/>
                  </a:path>
                  <a:path extrusionOk="0" h="373379" w="434975">
                    <a:moveTo>
                      <a:pt x="409854" y="351472"/>
                    </a:moveTo>
                    <a:lnTo>
                      <a:pt x="372440" y="329869"/>
                    </a:lnTo>
                    <a:lnTo>
                      <a:pt x="372440" y="373062"/>
                    </a:lnTo>
                    <a:lnTo>
                      <a:pt x="409854" y="351472"/>
                    </a:lnTo>
                    <a:close/>
                  </a:path>
                  <a:path extrusionOk="0" h="373379" w="434975">
                    <a:moveTo>
                      <a:pt x="409854" y="21590"/>
                    </a:moveTo>
                    <a:lnTo>
                      <a:pt x="372440" y="0"/>
                    </a:lnTo>
                    <a:lnTo>
                      <a:pt x="372440" y="43192"/>
                    </a:lnTo>
                    <a:lnTo>
                      <a:pt x="409854" y="21590"/>
                    </a:lnTo>
                    <a:close/>
                  </a:path>
                  <a:path extrusionOk="0" h="373379" w="434975">
                    <a:moveTo>
                      <a:pt x="434721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34721" y="305295"/>
                    </a:lnTo>
                    <a:lnTo>
                      <a:pt x="434721" y="272110"/>
                    </a:lnTo>
                    <a:close/>
                  </a:path>
                  <a:path extrusionOk="0" h="373379" w="434975">
                    <a:moveTo>
                      <a:pt x="434721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34721" y="237528"/>
                    </a:lnTo>
                    <a:lnTo>
                      <a:pt x="434721" y="204343"/>
                    </a:lnTo>
                    <a:close/>
                  </a:path>
                  <a:path extrusionOk="0" h="373379" w="434975">
                    <a:moveTo>
                      <a:pt x="434721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34721" y="169760"/>
                    </a:lnTo>
                    <a:lnTo>
                      <a:pt x="434721" y="136575"/>
                    </a:lnTo>
                    <a:close/>
                  </a:path>
                  <a:path extrusionOk="0" h="373379" w="434975">
                    <a:moveTo>
                      <a:pt x="434721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34721" y="101993"/>
                    </a:lnTo>
                    <a:lnTo>
                      <a:pt x="434721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40" name="Google Shape;540;p10"/>
              <p:cNvSpPr/>
              <p:nvPr/>
            </p:nvSpPr>
            <p:spPr>
              <a:xfrm>
                <a:off x="179915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41" name="Google Shape;541;p10"/>
              <p:cNvSpPr/>
              <p:nvPr/>
            </p:nvSpPr>
            <p:spPr>
              <a:xfrm>
                <a:off x="1858370" y="10749260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42" name="Google Shape;542;p10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197253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43" name="Google Shape;543;p10"/>
              <p:cNvSpPr/>
              <p:nvPr/>
            </p:nvSpPr>
            <p:spPr>
              <a:xfrm>
                <a:off x="858220" y="10690042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44" name="Google Shape;544;p10"/>
              <p:cNvSpPr/>
              <p:nvPr/>
            </p:nvSpPr>
            <p:spPr>
              <a:xfrm>
                <a:off x="858215" y="10690040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45" name="Google Shape;545;p10"/>
            <p:cNvGrpSpPr/>
            <p:nvPr/>
          </p:nvGrpSpPr>
          <p:grpSpPr>
            <a:xfrm>
              <a:off x="2740081" y="10690766"/>
              <a:ext cx="869693" cy="434986"/>
              <a:chOff x="2740081" y="10690766"/>
              <a:chExt cx="869693" cy="434986"/>
            </a:xfrm>
          </p:grpSpPr>
          <p:sp>
            <p:nvSpPr>
              <p:cNvPr id="546" name="Google Shape;546;p10"/>
              <p:cNvSpPr/>
              <p:nvPr/>
            </p:nvSpPr>
            <p:spPr>
              <a:xfrm>
                <a:off x="317479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47" name="Google Shape;547;p10"/>
              <p:cNvSpPr/>
              <p:nvPr/>
            </p:nvSpPr>
            <p:spPr>
              <a:xfrm>
                <a:off x="3174797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0" y="0"/>
                    </a:lnTo>
                    <a:lnTo>
                      <a:pt x="148386" y="215874"/>
                    </a:lnTo>
                    <a:lnTo>
                      <a:pt x="0" y="434721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21" y="215874"/>
                    </a:moveTo>
                    <a:lnTo>
                      <a:pt x="0" y="0"/>
                    </a:lnTo>
                    <a:lnTo>
                      <a:pt x="286219" y="215874"/>
                    </a:lnTo>
                    <a:lnTo>
                      <a:pt x="0" y="434721"/>
                    </a:lnTo>
                    <a:lnTo>
                      <a:pt x="434721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48" name="Google Shape;548;p10"/>
              <p:cNvSpPr/>
              <p:nvPr/>
            </p:nvSpPr>
            <p:spPr>
              <a:xfrm>
                <a:off x="2740081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49" name="Google Shape;549;p10"/>
              <p:cNvSpPr/>
              <p:nvPr/>
            </p:nvSpPr>
            <p:spPr>
              <a:xfrm>
                <a:off x="2820586" y="10771274"/>
                <a:ext cx="274319" cy="274320"/>
              </a:xfrm>
              <a:custGeom>
                <a:rect b="b" l="l" r="r" t="t"/>
                <a:pathLst>
                  <a:path extrusionOk="0" h="274320" w="274319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50" name="Google Shape;550;p10"/>
              <p:cNvSpPr/>
              <p:nvPr/>
            </p:nvSpPr>
            <p:spPr>
              <a:xfrm>
                <a:off x="2904819" y="10827568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51" name="Google Shape;551;p10"/>
            <p:cNvGrpSpPr/>
            <p:nvPr/>
          </p:nvGrpSpPr>
          <p:grpSpPr>
            <a:xfrm>
              <a:off x="2233866" y="10689316"/>
              <a:ext cx="506730" cy="434975"/>
              <a:chOff x="2233866" y="10689316"/>
              <a:chExt cx="506730" cy="434975"/>
            </a:xfrm>
          </p:grpSpPr>
          <p:sp>
            <p:nvSpPr>
              <p:cNvPr id="552" name="Google Shape;552;p10"/>
              <p:cNvSpPr/>
              <p:nvPr/>
            </p:nvSpPr>
            <p:spPr>
              <a:xfrm>
                <a:off x="2233866" y="10689316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53" name="Google Shape;553;p10"/>
              <p:cNvSpPr/>
              <p:nvPr/>
            </p:nvSpPr>
            <p:spPr>
              <a:xfrm>
                <a:off x="2430364" y="10826784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554" name="Google Shape;554;p10"/>
            <p:cNvSpPr/>
            <p:nvPr/>
          </p:nvSpPr>
          <p:spPr>
            <a:xfrm>
              <a:off x="6796786" y="10691450"/>
              <a:ext cx="436245" cy="434975"/>
            </a:xfrm>
            <a:custGeom>
              <a:rect b="b" l="l" r="r" t="t"/>
              <a:pathLst>
                <a:path extrusionOk="0" h="434975" w="436245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5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5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5">
                  <a:moveTo>
                    <a:pt x="435978" y="101"/>
                  </a:moveTo>
                  <a:close/>
                </a:path>
                <a:path extrusionOk="0" h="434975" w="436245">
                  <a:moveTo>
                    <a:pt x="435978" y="50"/>
                  </a:move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5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555" name="Google Shape;555;p10"/>
            <p:cNvGrpSpPr/>
            <p:nvPr/>
          </p:nvGrpSpPr>
          <p:grpSpPr>
            <a:xfrm>
              <a:off x="4987111" y="10691448"/>
              <a:ext cx="869699" cy="434990"/>
              <a:chOff x="4987111" y="10691448"/>
              <a:chExt cx="869699" cy="434990"/>
            </a:xfrm>
          </p:grpSpPr>
          <p:sp>
            <p:nvSpPr>
              <p:cNvPr id="556" name="Google Shape;556;p10"/>
              <p:cNvSpPr/>
              <p:nvPr/>
            </p:nvSpPr>
            <p:spPr>
              <a:xfrm>
                <a:off x="5421835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57" name="Google Shape;557;p10"/>
              <p:cNvSpPr/>
              <p:nvPr/>
            </p:nvSpPr>
            <p:spPr>
              <a:xfrm>
                <a:off x="5421820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58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58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12" y="0"/>
                    </a:lnTo>
                    <a:lnTo>
                      <a:pt x="148399" y="215861"/>
                    </a:lnTo>
                    <a:lnTo>
                      <a:pt x="12" y="434721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12" y="0"/>
                    </a:lnTo>
                    <a:lnTo>
                      <a:pt x="286232" y="215861"/>
                    </a:lnTo>
                    <a:lnTo>
                      <a:pt x="12" y="434721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58" name="Google Shape;558;p10"/>
              <p:cNvSpPr/>
              <p:nvPr/>
            </p:nvSpPr>
            <p:spPr>
              <a:xfrm>
                <a:off x="498711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59" name="Google Shape;559;p10"/>
              <p:cNvSpPr/>
              <p:nvPr/>
            </p:nvSpPr>
            <p:spPr>
              <a:xfrm>
                <a:off x="5067620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60" name="Google Shape;560;p10"/>
              <p:cNvSpPr/>
              <p:nvPr/>
            </p:nvSpPr>
            <p:spPr>
              <a:xfrm>
                <a:off x="5151854" y="10828250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61" name="Google Shape;561;p10"/>
            <p:cNvGrpSpPr/>
            <p:nvPr/>
          </p:nvGrpSpPr>
          <p:grpSpPr>
            <a:xfrm>
              <a:off x="4046184" y="10690002"/>
              <a:ext cx="941448" cy="436346"/>
              <a:chOff x="4046184" y="10690002"/>
              <a:chExt cx="941448" cy="436346"/>
            </a:xfrm>
          </p:grpSpPr>
          <p:sp>
            <p:nvSpPr>
              <p:cNvPr id="562" name="Google Shape;562;p10"/>
              <p:cNvSpPr/>
              <p:nvPr/>
            </p:nvSpPr>
            <p:spPr>
              <a:xfrm>
                <a:off x="4046868" y="10691373"/>
                <a:ext cx="434339" cy="434975"/>
              </a:xfrm>
              <a:custGeom>
                <a:rect b="b" l="l" r="r" t="t"/>
                <a:pathLst>
                  <a:path extrusionOk="0" h="434975" w="434339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63" name="Google Shape;563;p10"/>
              <p:cNvSpPr/>
              <p:nvPr/>
            </p:nvSpPr>
            <p:spPr>
              <a:xfrm>
                <a:off x="4046184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64" name="Google Shape;564;p10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404619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65" name="Google Shape;565;p10"/>
              <p:cNvSpPr/>
              <p:nvPr/>
            </p:nvSpPr>
            <p:spPr>
              <a:xfrm>
                <a:off x="4480903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66" name="Google Shape;566;p10"/>
              <p:cNvSpPr/>
              <p:nvPr/>
            </p:nvSpPr>
            <p:spPr>
              <a:xfrm>
                <a:off x="4677400" y="10827465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67" name="Google Shape;567;p10"/>
            <p:cNvGrpSpPr/>
            <p:nvPr/>
          </p:nvGrpSpPr>
          <p:grpSpPr>
            <a:xfrm>
              <a:off x="5856551" y="10691448"/>
              <a:ext cx="941449" cy="435035"/>
              <a:chOff x="5856551" y="10691448"/>
              <a:chExt cx="941449" cy="435035"/>
            </a:xfrm>
          </p:grpSpPr>
          <p:sp>
            <p:nvSpPr>
              <p:cNvPr id="568" name="Google Shape;568;p10"/>
              <p:cNvSpPr/>
              <p:nvPr/>
            </p:nvSpPr>
            <p:spPr>
              <a:xfrm>
                <a:off x="585655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69" name="Google Shape;569;p10"/>
              <p:cNvSpPr/>
              <p:nvPr/>
            </p:nvSpPr>
            <p:spPr>
              <a:xfrm>
                <a:off x="585655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70" name="Google Shape;570;p10"/>
              <p:cNvSpPr/>
              <p:nvPr/>
            </p:nvSpPr>
            <p:spPr>
              <a:xfrm>
                <a:off x="5856558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71" name="Google Shape;571;p10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5856556" y="10847083"/>
                <a:ext cx="279083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72" name="Google Shape;572;p10"/>
              <p:cNvSpPr/>
              <p:nvPr/>
            </p:nvSpPr>
            <p:spPr>
              <a:xfrm>
                <a:off x="6291271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73" name="Google Shape;573;p10"/>
              <p:cNvSpPr/>
              <p:nvPr/>
            </p:nvSpPr>
            <p:spPr>
              <a:xfrm>
                <a:off x="6291262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74" name="Google Shape;574;p10"/>
            <p:cNvGrpSpPr/>
            <p:nvPr/>
          </p:nvGrpSpPr>
          <p:grpSpPr>
            <a:xfrm>
              <a:off x="3611467" y="10689312"/>
              <a:ext cx="434975" cy="434975"/>
              <a:chOff x="3611467" y="10689312"/>
              <a:chExt cx="434975" cy="434975"/>
            </a:xfrm>
          </p:grpSpPr>
          <p:sp>
            <p:nvSpPr>
              <p:cNvPr id="575" name="Google Shape;575;p10"/>
              <p:cNvSpPr/>
              <p:nvPr/>
            </p:nvSpPr>
            <p:spPr>
              <a:xfrm>
                <a:off x="3611467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76" name="Google Shape;576;p10"/>
              <p:cNvSpPr/>
              <p:nvPr/>
            </p:nvSpPr>
            <p:spPr>
              <a:xfrm>
                <a:off x="3670685" y="10748534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77" name="Google Shape;577;p10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78485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78" name="Google Shape;578;p10"/>
            <p:cNvGrpSpPr/>
            <p:nvPr/>
          </p:nvGrpSpPr>
          <p:grpSpPr>
            <a:xfrm>
              <a:off x="7228599" y="10690042"/>
              <a:ext cx="863299" cy="434975"/>
              <a:chOff x="7228599" y="10690042"/>
              <a:chExt cx="863299" cy="434975"/>
            </a:xfrm>
          </p:grpSpPr>
          <p:sp>
            <p:nvSpPr>
              <p:cNvPr id="579" name="Google Shape;579;p10"/>
              <p:cNvSpPr/>
              <p:nvPr/>
            </p:nvSpPr>
            <p:spPr>
              <a:xfrm>
                <a:off x="7228602" y="10690042"/>
                <a:ext cx="428625" cy="434975"/>
              </a:xfrm>
              <a:custGeom>
                <a:rect b="b" l="l" r="r" t="t"/>
                <a:pathLst>
                  <a:path extrusionOk="0" h="434975" w="428625">
                    <a:moveTo>
                      <a:pt x="428320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28320" y="434719"/>
                    </a:lnTo>
                    <a:lnTo>
                      <a:pt x="42832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0" name="Google Shape;580;p10"/>
              <p:cNvSpPr/>
              <p:nvPr/>
            </p:nvSpPr>
            <p:spPr>
              <a:xfrm>
                <a:off x="7228599" y="10720876"/>
                <a:ext cx="428625" cy="373379"/>
              </a:xfrm>
              <a:custGeom>
                <a:rect b="b" l="l" r="r" t="t"/>
                <a:pathLst>
                  <a:path extrusionOk="0" h="373379" w="428625">
                    <a:moveTo>
                      <a:pt x="60096" y="351472"/>
                    </a:moveTo>
                    <a:lnTo>
                      <a:pt x="22682" y="329869"/>
                    </a:lnTo>
                    <a:lnTo>
                      <a:pt x="22682" y="373062"/>
                    </a:lnTo>
                    <a:lnTo>
                      <a:pt x="60096" y="351472"/>
                    </a:lnTo>
                    <a:close/>
                  </a:path>
                  <a:path extrusionOk="0" h="373379" w="428625">
                    <a:moveTo>
                      <a:pt x="60096" y="21590"/>
                    </a:moveTo>
                    <a:lnTo>
                      <a:pt x="22682" y="0"/>
                    </a:lnTo>
                    <a:lnTo>
                      <a:pt x="22682" y="43192"/>
                    </a:lnTo>
                    <a:lnTo>
                      <a:pt x="60096" y="21590"/>
                    </a:lnTo>
                    <a:close/>
                  </a:path>
                  <a:path extrusionOk="0" h="373379" w="428625">
                    <a:moveTo>
                      <a:pt x="128765" y="351472"/>
                    </a:moveTo>
                    <a:lnTo>
                      <a:pt x="91351" y="329869"/>
                    </a:lnTo>
                    <a:lnTo>
                      <a:pt x="91351" y="373062"/>
                    </a:lnTo>
                    <a:lnTo>
                      <a:pt x="128765" y="351472"/>
                    </a:lnTo>
                    <a:close/>
                  </a:path>
                  <a:path extrusionOk="0" h="373379" w="428625">
                    <a:moveTo>
                      <a:pt x="128765" y="21590"/>
                    </a:moveTo>
                    <a:lnTo>
                      <a:pt x="91351" y="0"/>
                    </a:lnTo>
                    <a:lnTo>
                      <a:pt x="91351" y="43192"/>
                    </a:lnTo>
                    <a:lnTo>
                      <a:pt x="128765" y="21590"/>
                    </a:lnTo>
                    <a:close/>
                  </a:path>
                  <a:path extrusionOk="0" h="373379" w="428625">
                    <a:moveTo>
                      <a:pt x="197434" y="351472"/>
                    </a:moveTo>
                    <a:lnTo>
                      <a:pt x="160032" y="329869"/>
                    </a:lnTo>
                    <a:lnTo>
                      <a:pt x="160032" y="373062"/>
                    </a:lnTo>
                    <a:lnTo>
                      <a:pt x="197434" y="351472"/>
                    </a:lnTo>
                    <a:close/>
                  </a:path>
                  <a:path extrusionOk="0" h="373379" w="428625">
                    <a:moveTo>
                      <a:pt x="197434" y="21590"/>
                    </a:moveTo>
                    <a:lnTo>
                      <a:pt x="160032" y="0"/>
                    </a:lnTo>
                    <a:lnTo>
                      <a:pt x="160032" y="43192"/>
                    </a:lnTo>
                    <a:lnTo>
                      <a:pt x="197434" y="21590"/>
                    </a:lnTo>
                    <a:close/>
                  </a:path>
                  <a:path extrusionOk="0" h="373379" w="428625">
                    <a:moveTo>
                      <a:pt x="266103" y="351472"/>
                    </a:moveTo>
                    <a:lnTo>
                      <a:pt x="228701" y="329869"/>
                    </a:lnTo>
                    <a:lnTo>
                      <a:pt x="228701" y="373062"/>
                    </a:lnTo>
                    <a:lnTo>
                      <a:pt x="266103" y="351472"/>
                    </a:lnTo>
                    <a:close/>
                  </a:path>
                  <a:path extrusionOk="0" h="373379" w="428625">
                    <a:moveTo>
                      <a:pt x="266103" y="21590"/>
                    </a:moveTo>
                    <a:lnTo>
                      <a:pt x="228701" y="0"/>
                    </a:lnTo>
                    <a:lnTo>
                      <a:pt x="228701" y="43192"/>
                    </a:lnTo>
                    <a:lnTo>
                      <a:pt x="266103" y="21590"/>
                    </a:lnTo>
                    <a:close/>
                  </a:path>
                  <a:path extrusionOk="0" h="373379" w="428625">
                    <a:moveTo>
                      <a:pt x="334784" y="351472"/>
                    </a:moveTo>
                    <a:lnTo>
                      <a:pt x="297370" y="329869"/>
                    </a:lnTo>
                    <a:lnTo>
                      <a:pt x="297370" y="373062"/>
                    </a:lnTo>
                    <a:lnTo>
                      <a:pt x="334784" y="351472"/>
                    </a:lnTo>
                    <a:close/>
                  </a:path>
                  <a:path extrusionOk="0" h="373379" w="428625">
                    <a:moveTo>
                      <a:pt x="334784" y="21590"/>
                    </a:moveTo>
                    <a:lnTo>
                      <a:pt x="297370" y="0"/>
                    </a:lnTo>
                    <a:lnTo>
                      <a:pt x="297370" y="43192"/>
                    </a:lnTo>
                    <a:lnTo>
                      <a:pt x="334784" y="21590"/>
                    </a:lnTo>
                    <a:close/>
                  </a:path>
                  <a:path extrusionOk="0" h="373379" w="428625">
                    <a:moveTo>
                      <a:pt x="403453" y="351472"/>
                    </a:moveTo>
                    <a:lnTo>
                      <a:pt x="366039" y="329869"/>
                    </a:lnTo>
                    <a:lnTo>
                      <a:pt x="366039" y="373062"/>
                    </a:lnTo>
                    <a:lnTo>
                      <a:pt x="403453" y="351472"/>
                    </a:lnTo>
                    <a:close/>
                  </a:path>
                  <a:path extrusionOk="0" h="373379" w="428625">
                    <a:moveTo>
                      <a:pt x="403453" y="21590"/>
                    </a:moveTo>
                    <a:lnTo>
                      <a:pt x="366039" y="0"/>
                    </a:lnTo>
                    <a:lnTo>
                      <a:pt x="366039" y="43192"/>
                    </a:lnTo>
                    <a:lnTo>
                      <a:pt x="403453" y="21590"/>
                    </a:lnTo>
                    <a:close/>
                  </a:path>
                  <a:path extrusionOk="0" h="373379" w="428625">
                    <a:moveTo>
                      <a:pt x="428320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28320" y="305295"/>
                    </a:lnTo>
                    <a:lnTo>
                      <a:pt x="428320" y="272110"/>
                    </a:lnTo>
                    <a:close/>
                  </a:path>
                  <a:path extrusionOk="0" h="373379" w="428625">
                    <a:moveTo>
                      <a:pt x="428320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28320" y="237528"/>
                    </a:lnTo>
                    <a:lnTo>
                      <a:pt x="428320" y="204343"/>
                    </a:lnTo>
                    <a:close/>
                  </a:path>
                  <a:path extrusionOk="0" h="373379" w="428625">
                    <a:moveTo>
                      <a:pt x="428320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28320" y="169760"/>
                    </a:lnTo>
                    <a:lnTo>
                      <a:pt x="428320" y="136575"/>
                    </a:lnTo>
                    <a:close/>
                  </a:path>
                  <a:path extrusionOk="0" h="373379" w="428625">
                    <a:moveTo>
                      <a:pt x="428320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28320" y="101993"/>
                    </a:lnTo>
                    <a:lnTo>
                      <a:pt x="428320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1" name="Google Shape;581;p10"/>
              <p:cNvSpPr/>
              <p:nvPr/>
            </p:nvSpPr>
            <p:spPr>
              <a:xfrm>
                <a:off x="7656923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2" name="Google Shape;582;p10"/>
              <p:cNvSpPr/>
              <p:nvPr/>
            </p:nvSpPr>
            <p:spPr>
              <a:xfrm>
                <a:off x="7716139" y="10749260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83" name="Google Shape;583;p10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783030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84" name="Google Shape;584;p10"/>
            <p:cNvGrpSpPr/>
            <p:nvPr/>
          </p:nvGrpSpPr>
          <p:grpSpPr>
            <a:xfrm>
              <a:off x="8597850" y="10690766"/>
              <a:ext cx="869695" cy="434986"/>
              <a:chOff x="8597850" y="10690766"/>
              <a:chExt cx="869695" cy="434986"/>
            </a:xfrm>
          </p:grpSpPr>
          <p:sp>
            <p:nvSpPr>
              <p:cNvPr id="585" name="Google Shape;585;p10"/>
              <p:cNvSpPr/>
              <p:nvPr/>
            </p:nvSpPr>
            <p:spPr>
              <a:xfrm>
                <a:off x="903256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6" name="Google Shape;586;p10"/>
              <p:cNvSpPr/>
              <p:nvPr/>
            </p:nvSpPr>
            <p:spPr>
              <a:xfrm>
                <a:off x="9032570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38" y="50"/>
                    </a:lnTo>
                    <a:lnTo>
                      <a:pt x="148374" y="215874"/>
                    </a:lnTo>
                    <a:lnTo>
                      <a:pt x="38" y="434682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08" y="215874"/>
                    </a:moveTo>
                    <a:lnTo>
                      <a:pt x="38" y="50"/>
                    </a:lnTo>
                    <a:lnTo>
                      <a:pt x="286219" y="215874"/>
                    </a:lnTo>
                    <a:lnTo>
                      <a:pt x="38" y="434682"/>
                    </a:lnTo>
                    <a:lnTo>
                      <a:pt x="434708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7" name="Google Shape;587;p10"/>
              <p:cNvSpPr/>
              <p:nvPr/>
            </p:nvSpPr>
            <p:spPr>
              <a:xfrm>
                <a:off x="8597850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8" name="Google Shape;588;p10"/>
              <p:cNvSpPr/>
              <p:nvPr/>
            </p:nvSpPr>
            <p:spPr>
              <a:xfrm>
                <a:off x="8678355" y="10771274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9" name="Google Shape;589;p10"/>
              <p:cNvSpPr/>
              <p:nvPr/>
            </p:nvSpPr>
            <p:spPr>
              <a:xfrm>
                <a:off x="8762588" y="10827568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90" name="Google Shape;590;p10"/>
            <p:cNvGrpSpPr/>
            <p:nvPr/>
          </p:nvGrpSpPr>
          <p:grpSpPr>
            <a:xfrm>
              <a:off x="8091640" y="10689316"/>
              <a:ext cx="506729" cy="434975"/>
              <a:chOff x="8091640" y="10689316"/>
              <a:chExt cx="506729" cy="434975"/>
            </a:xfrm>
          </p:grpSpPr>
          <p:sp>
            <p:nvSpPr>
              <p:cNvPr id="591" name="Google Shape;591;p10"/>
              <p:cNvSpPr/>
              <p:nvPr/>
            </p:nvSpPr>
            <p:spPr>
              <a:xfrm>
                <a:off x="8091640" y="10689316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92" name="Google Shape;592;p10"/>
              <p:cNvSpPr/>
              <p:nvPr/>
            </p:nvSpPr>
            <p:spPr>
              <a:xfrm>
                <a:off x="8288134" y="10826784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593" name="Google Shape;593;p10"/>
            <p:cNvSpPr/>
            <p:nvPr/>
          </p:nvSpPr>
          <p:spPr>
            <a:xfrm>
              <a:off x="12654560" y="10691450"/>
              <a:ext cx="436244" cy="434975"/>
            </a:xfrm>
            <a:custGeom>
              <a:rect b="b" l="l" r="r" t="t"/>
              <a:pathLst>
                <a:path extrusionOk="0" h="434975" w="436244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4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4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4">
                  <a:moveTo>
                    <a:pt x="435978" y="101"/>
                  </a:moveTo>
                  <a:close/>
                </a:path>
                <a:path extrusionOk="0" h="434975" w="436244">
                  <a:moveTo>
                    <a:pt x="435978" y="50"/>
                  </a:move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4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594" name="Google Shape;594;p10"/>
            <p:cNvGrpSpPr/>
            <p:nvPr/>
          </p:nvGrpSpPr>
          <p:grpSpPr>
            <a:xfrm>
              <a:off x="10844884" y="10691448"/>
              <a:ext cx="869695" cy="434990"/>
              <a:chOff x="10844884" y="10691448"/>
              <a:chExt cx="869695" cy="434990"/>
            </a:xfrm>
          </p:grpSpPr>
          <p:sp>
            <p:nvSpPr>
              <p:cNvPr id="595" name="Google Shape;595;p10"/>
              <p:cNvSpPr/>
              <p:nvPr/>
            </p:nvSpPr>
            <p:spPr>
              <a:xfrm>
                <a:off x="1127960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96" name="Google Shape;596;p10"/>
              <p:cNvSpPr/>
              <p:nvPr/>
            </p:nvSpPr>
            <p:spPr>
              <a:xfrm>
                <a:off x="11279594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46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46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50" y="50"/>
                    </a:lnTo>
                    <a:lnTo>
                      <a:pt x="148399" y="215861"/>
                    </a:lnTo>
                    <a:lnTo>
                      <a:pt x="50" y="434682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50" y="50"/>
                    </a:lnTo>
                    <a:lnTo>
                      <a:pt x="286219" y="215861"/>
                    </a:lnTo>
                    <a:lnTo>
                      <a:pt x="50" y="434682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97" name="Google Shape;597;p10"/>
              <p:cNvSpPr/>
              <p:nvPr/>
            </p:nvSpPr>
            <p:spPr>
              <a:xfrm>
                <a:off x="1084488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98" name="Google Shape;598;p10"/>
              <p:cNvSpPr/>
              <p:nvPr/>
            </p:nvSpPr>
            <p:spPr>
              <a:xfrm>
                <a:off x="10925395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99" name="Google Shape;599;p10"/>
              <p:cNvSpPr/>
              <p:nvPr/>
            </p:nvSpPr>
            <p:spPr>
              <a:xfrm>
                <a:off x="11009622" y="10828250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600" name="Google Shape;600;p10"/>
            <p:cNvGrpSpPr/>
            <p:nvPr/>
          </p:nvGrpSpPr>
          <p:grpSpPr>
            <a:xfrm>
              <a:off x="9903955" y="10690002"/>
              <a:ext cx="941450" cy="436346"/>
              <a:chOff x="9903955" y="10690002"/>
              <a:chExt cx="941450" cy="436346"/>
            </a:xfrm>
          </p:grpSpPr>
          <p:sp>
            <p:nvSpPr>
              <p:cNvPr id="601" name="Google Shape;601;p10"/>
              <p:cNvSpPr/>
              <p:nvPr/>
            </p:nvSpPr>
            <p:spPr>
              <a:xfrm>
                <a:off x="9904638" y="10691373"/>
                <a:ext cx="434340" cy="434975"/>
              </a:xfrm>
              <a:custGeom>
                <a:rect b="b" l="l" r="r" t="t"/>
                <a:pathLst>
                  <a:path extrusionOk="0" h="434975" w="434340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02" name="Google Shape;602;p10"/>
              <p:cNvSpPr/>
              <p:nvPr/>
            </p:nvSpPr>
            <p:spPr>
              <a:xfrm>
                <a:off x="9903955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603" name="Google Shape;603;p10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990396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04" name="Google Shape;604;p10"/>
              <p:cNvSpPr/>
              <p:nvPr/>
            </p:nvSpPr>
            <p:spPr>
              <a:xfrm>
                <a:off x="10338676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196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196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05" name="Google Shape;605;p10"/>
              <p:cNvSpPr/>
              <p:nvPr/>
            </p:nvSpPr>
            <p:spPr>
              <a:xfrm>
                <a:off x="10535166" y="10827465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606" name="Google Shape;606;p10"/>
            <p:cNvGrpSpPr/>
            <p:nvPr/>
          </p:nvGrpSpPr>
          <p:grpSpPr>
            <a:xfrm>
              <a:off x="11714323" y="10691448"/>
              <a:ext cx="941449" cy="435035"/>
              <a:chOff x="11714323" y="10691448"/>
              <a:chExt cx="941449" cy="435035"/>
            </a:xfrm>
          </p:grpSpPr>
          <p:sp>
            <p:nvSpPr>
              <p:cNvPr id="607" name="Google Shape;607;p10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08" name="Google Shape;608;p10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09" name="Google Shape;609;p10"/>
              <p:cNvSpPr/>
              <p:nvPr/>
            </p:nvSpPr>
            <p:spPr>
              <a:xfrm>
                <a:off x="11714323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610" name="Google Shape;610;p10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11714323" y="10847083"/>
                <a:ext cx="279090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11" name="Google Shape;611;p10"/>
              <p:cNvSpPr/>
              <p:nvPr/>
            </p:nvSpPr>
            <p:spPr>
              <a:xfrm>
                <a:off x="12149043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12" name="Google Shape;612;p10"/>
              <p:cNvSpPr/>
              <p:nvPr/>
            </p:nvSpPr>
            <p:spPr>
              <a:xfrm>
                <a:off x="12149036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613" name="Google Shape;613;p10"/>
            <p:cNvGrpSpPr/>
            <p:nvPr/>
          </p:nvGrpSpPr>
          <p:grpSpPr>
            <a:xfrm>
              <a:off x="9469238" y="10689312"/>
              <a:ext cx="434975" cy="434975"/>
              <a:chOff x="9469238" y="10689312"/>
              <a:chExt cx="434975" cy="434975"/>
            </a:xfrm>
          </p:grpSpPr>
          <p:sp>
            <p:nvSpPr>
              <p:cNvPr id="614" name="Google Shape;614;p10"/>
              <p:cNvSpPr/>
              <p:nvPr/>
            </p:nvSpPr>
            <p:spPr>
              <a:xfrm>
                <a:off x="9469238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15" name="Google Shape;615;p10"/>
              <p:cNvSpPr/>
              <p:nvPr/>
            </p:nvSpPr>
            <p:spPr>
              <a:xfrm>
                <a:off x="9528455" y="10748534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616" name="Google Shape;616;p10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964262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  <p:transition spd="slow">
    <p:push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Title Slide">
  <p:cSld name="15_Title Slide"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p11"/>
          <p:cNvSpPr/>
          <p:nvPr/>
        </p:nvSpPr>
        <p:spPr>
          <a:xfrm>
            <a:off x="0" y="0"/>
            <a:ext cx="12183600" cy="6858000"/>
          </a:xfrm>
          <a:prstGeom prst="rect">
            <a:avLst/>
          </a:prstGeom>
          <a:solidFill>
            <a:srgbClr val="48156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9" name="Google Shape;619;p11"/>
          <p:cNvSpPr txBox="1"/>
          <p:nvPr/>
        </p:nvSpPr>
        <p:spPr>
          <a:xfrm>
            <a:off x="4043999" y="2761025"/>
            <a:ext cx="40956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MY" sz="4000">
                <a:solidFill>
                  <a:srgbClr val="FFA813"/>
                </a:solidFill>
                <a:latin typeface="Poppins"/>
                <a:ea typeface="Poppins"/>
                <a:cs typeface="Poppins"/>
                <a:sym typeface="Poppins"/>
              </a:rPr>
              <a:t>GRACIAS</a:t>
            </a:r>
            <a:endParaRPr b="1" sz="4000">
              <a:solidFill>
                <a:srgbClr val="FFA81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0" name="Google Shape;620;p11"/>
          <p:cNvSpPr txBox="1"/>
          <p:nvPr/>
        </p:nvSpPr>
        <p:spPr>
          <a:xfrm>
            <a:off x="6924350" y="5397300"/>
            <a:ext cx="47634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MY" sz="1750">
                <a:solidFill>
                  <a:srgbClr val="FFA813"/>
                </a:solidFill>
                <a:latin typeface="Poppins"/>
                <a:ea typeface="Poppins"/>
                <a:cs typeface="Poppins"/>
                <a:sym typeface="Poppins"/>
              </a:rPr>
              <a:t>https://interledger.org/es/</a:t>
            </a:r>
            <a:r>
              <a:rPr b="1" lang="en-MY" sz="1750">
                <a:solidFill>
                  <a:srgbClr val="00E5C6"/>
                </a:solidFill>
                <a:latin typeface="Poppins"/>
                <a:ea typeface="Poppins"/>
                <a:cs typeface="Poppins"/>
                <a:sym typeface="Poppins"/>
              </a:rPr>
              <a:t>Hackathon</a:t>
            </a:r>
            <a:endParaRPr b="1" sz="1750">
              <a:solidFill>
                <a:srgbClr val="00E5C6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700">
              <a:solidFill>
                <a:srgbClr val="00E5C6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MY" sz="1750">
                <a:solidFill>
                  <a:srgbClr val="00E5C6"/>
                </a:solidFill>
                <a:latin typeface="Poppins"/>
                <a:ea typeface="Poppins"/>
                <a:cs typeface="Poppins"/>
                <a:sym typeface="Poppins"/>
              </a:rPr>
              <a:t>#OpenPayments </a:t>
            </a:r>
            <a:r>
              <a:rPr b="1" lang="en-MY" sz="1750">
                <a:solidFill>
                  <a:srgbClr val="FFA915"/>
                </a:solidFill>
                <a:latin typeface="Poppins"/>
                <a:ea typeface="Poppins"/>
                <a:cs typeface="Poppins"/>
                <a:sym typeface="Poppins"/>
              </a:rPr>
              <a:t>#ILPHacks</a:t>
            </a:r>
            <a:endParaRPr b="1" sz="1750">
              <a:solidFill>
                <a:srgbClr val="00E5C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1" name="Google Shape;621;p11"/>
          <p:cNvSpPr/>
          <p:nvPr/>
        </p:nvSpPr>
        <p:spPr>
          <a:xfrm>
            <a:off x="8346" y="5397298"/>
            <a:ext cx="5942809" cy="1025862"/>
          </a:xfrm>
          <a:custGeom>
            <a:rect b="b" l="l" r="r" t="t"/>
            <a:pathLst>
              <a:path extrusionOk="0" h="1196340" w="6930390">
                <a:moveTo>
                  <a:pt x="6930385" y="0"/>
                </a:moveTo>
                <a:lnTo>
                  <a:pt x="0" y="0"/>
                </a:lnTo>
                <a:lnTo>
                  <a:pt x="0" y="1195974"/>
                </a:lnTo>
                <a:lnTo>
                  <a:pt x="6930385" y="1195974"/>
                </a:lnTo>
                <a:lnTo>
                  <a:pt x="6930385" y="0"/>
                </a:lnTo>
                <a:close/>
              </a:path>
            </a:pathLst>
          </a:custGeom>
          <a:solidFill>
            <a:srgbClr val="FFA915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2" name="Google Shape;622;p11"/>
          <p:cNvSpPr/>
          <p:nvPr/>
        </p:nvSpPr>
        <p:spPr>
          <a:xfrm>
            <a:off x="284386" y="5639664"/>
            <a:ext cx="5423344" cy="524910"/>
          </a:xfrm>
          <a:custGeom>
            <a:rect b="b" l="l" r="r" t="t"/>
            <a:pathLst>
              <a:path extrusionOk="0" h="612140" w="6324600">
                <a:moveTo>
                  <a:pt x="394309" y="305930"/>
                </a:moveTo>
                <a:lnTo>
                  <a:pt x="0" y="0"/>
                </a:lnTo>
                <a:lnTo>
                  <a:pt x="0" y="611860"/>
                </a:lnTo>
                <a:lnTo>
                  <a:pt x="394309" y="305930"/>
                </a:lnTo>
                <a:close/>
              </a:path>
              <a:path extrusionOk="0" h="612140" w="6324600">
                <a:moveTo>
                  <a:pt x="933411" y="305930"/>
                </a:moveTo>
                <a:lnTo>
                  <a:pt x="539115" y="0"/>
                </a:lnTo>
                <a:lnTo>
                  <a:pt x="539115" y="611860"/>
                </a:lnTo>
                <a:lnTo>
                  <a:pt x="933411" y="305930"/>
                </a:lnTo>
                <a:close/>
              </a:path>
              <a:path extrusionOk="0" h="612140" w="6324600">
                <a:moveTo>
                  <a:pt x="1472526" y="305930"/>
                </a:moveTo>
                <a:lnTo>
                  <a:pt x="1078217" y="0"/>
                </a:lnTo>
                <a:lnTo>
                  <a:pt x="1078217" y="611860"/>
                </a:lnTo>
                <a:lnTo>
                  <a:pt x="1472526" y="305930"/>
                </a:lnTo>
                <a:close/>
              </a:path>
              <a:path extrusionOk="0" h="612140" w="6324600">
                <a:moveTo>
                  <a:pt x="2011629" y="305930"/>
                </a:moveTo>
                <a:lnTo>
                  <a:pt x="1617332" y="0"/>
                </a:lnTo>
                <a:lnTo>
                  <a:pt x="1617332" y="611860"/>
                </a:lnTo>
                <a:lnTo>
                  <a:pt x="2011629" y="305930"/>
                </a:lnTo>
                <a:close/>
              </a:path>
              <a:path extrusionOk="0" h="612140" w="6324600">
                <a:moveTo>
                  <a:pt x="2550744" y="305930"/>
                </a:moveTo>
                <a:lnTo>
                  <a:pt x="2156434" y="0"/>
                </a:lnTo>
                <a:lnTo>
                  <a:pt x="2156434" y="611860"/>
                </a:lnTo>
                <a:lnTo>
                  <a:pt x="2550744" y="305930"/>
                </a:lnTo>
                <a:close/>
              </a:path>
              <a:path extrusionOk="0" h="612140" w="6324600">
                <a:moveTo>
                  <a:pt x="3089846" y="305930"/>
                </a:moveTo>
                <a:lnTo>
                  <a:pt x="2695549" y="0"/>
                </a:lnTo>
                <a:lnTo>
                  <a:pt x="2695549" y="611860"/>
                </a:lnTo>
                <a:lnTo>
                  <a:pt x="3089846" y="305930"/>
                </a:lnTo>
                <a:close/>
              </a:path>
              <a:path extrusionOk="0" h="612140" w="6324600">
                <a:moveTo>
                  <a:pt x="3628961" y="305930"/>
                </a:moveTo>
                <a:lnTo>
                  <a:pt x="3234664" y="0"/>
                </a:lnTo>
                <a:lnTo>
                  <a:pt x="3234664" y="611860"/>
                </a:lnTo>
                <a:lnTo>
                  <a:pt x="3628961" y="305930"/>
                </a:lnTo>
                <a:close/>
              </a:path>
              <a:path extrusionOk="0" h="612140" w="6324600">
                <a:moveTo>
                  <a:pt x="4168063" y="305930"/>
                </a:moveTo>
                <a:lnTo>
                  <a:pt x="3773767" y="0"/>
                </a:lnTo>
                <a:lnTo>
                  <a:pt x="3773767" y="611860"/>
                </a:lnTo>
                <a:lnTo>
                  <a:pt x="4168063" y="305930"/>
                </a:lnTo>
                <a:close/>
              </a:path>
              <a:path extrusionOk="0" h="612140" w="6324600">
                <a:moveTo>
                  <a:pt x="4707179" y="305930"/>
                </a:moveTo>
                <a:lnTo>
                  <a:pt x="4312882" y="0"/>
                </a:lnTo>
                <a:lnTo>
                  <a:pt x="4312882" y="611860"/>
                </a:lnTo>
                <a:lnTo>
                  <a:pt x="4707179" y="305930"/>
                </a:lnTo>
                <a:close/>
              </a:path>
              <a:path extrusionOk="0" h="612140" w="6324600">
                <a:moveTo>
                  <a:pt x="5246281" y="305930"/>
                </a:moveTo>
                <a:lnTo>
                  <a:pt x="4851984" y="0"/>
                </a:lnTo>
                <a:lnTo>
                  <a:pt x="4851984" y="611860"/>
                </a:lnTo>
                <a:lnTo>
                  <a:pt x="5246281" y="305930"/>
                </a:lnTo>
                <a:close/>
              </a:path>
              <a:path extrusionOk="0" h="612140" w="6324600">
                <a:moveTo>
                  <a:pt x="5785396" y="305930"/>
                </a:moveTo>
                <a:lnTo>
                  <a:pt x="5391099" y="0"/>
                </a:lnTo>
                <a:lnTo>
                  <a:pt x="5391099" y="611860"/>
                </a:lnTo>
                <a:lnTo>
                  <a:pt x="5785396" y="305930"/>
                </a:lnTo>
                <a:close/>
              </a:path>
              <a:path extrusionOk="0" h="612140" w="6324600">
                <a:moveTo>
                  <a:pt x="6324498" y="305930"/>
                </a:moveTo>
                <a:lnTo>
                  <a:pt x="5930201" y="0"/>
                </a:lnTo>
                <a:lnTo>
                  <a:pt x="5930201" y="611860"/>
                </a:lnTo>
                <a:lnTo>
                  <a:pt x="6324498" y="305930"/>
                </a:lnTo>
                <a:close/>
              </a:path>
            </a:pathLst>
          </a:custGeom>
          <a:solidFill>
            <a:srgbClr val="560777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3" name="Google Shape;623;p11"/>
          <p:cNvSpPr/>
          <p:nvPr/>
        </p:nvSpPr>
        <p:spPr>
          <a:xfrm>
            <a:off x="8337" y="435854"/>
            <a:ext cx="6968671" cy="5990181"/>
          </a:xfrm>
          <a:custGeom>
            <a:rect b="b" l="l" r="r" t="t"/>
            <a:pathLst>
              <a:path extrusionOk="0" h="6985634" w="8126730">
                <a:moveTo>
                  <a:pt x="854252" y="0"/>
                </a:moveTo>
                <a:lnTo>
                  <a:pt x="0" y="0"/>
                </a:lnTo>
                <a:lnTo>
                  <a:pt x="0" y="211988"/>
                </a:lnTo>
                <a:lnTo>
                  <a:pt x="854252" y="211988"/>
                </a:lnTo>
                <a:lnTo>
                  <a:pt x="854252" y="0"/>
                </a:lnTo>
                <a:close/>
              </a:path>
              <a:path extrusionOk="0" h="6985634" w="8126730">
                <a:moveTo>
                  <a:pt x="854265" y="5596331"/>
                </a:moveTo>
                <a:lnTo>
                  <a:pt x="12" y="5596331"/>
                </a:lnTo>
                <a:lnTo>
                  <a:pt x="12" y="5792660"/>
                </a:lnTo>
                <a:lnTo>
                  <a:pt x="854265" y="5792660"/>
                </a:lnTo>
                <a:lnTo>
                  <a:pt x="854265" y="5596331"/>
                </a:lnTo>
                <a:close/>
              </a:path>
              <a:path extrusionOk="0" h="6985634" w="8126730">
                <a:moveTo>
                  <a:pt x="854265" y="5165839"/>
                </a:moveTo>
                <a:lnTo>
                  <a:pt x="12" y="5165839"/>
                </a:lnTo>
                <a:lnTo>
                  <a:pt x="12" y="5363375"/>
                </a:lnTo>
                <a:lnTo>
                  <a:pt x="854265" y="5363375"/>
                </a:lnTo>
                <a:lnTo>
                  <a:pt x="854265" y="5165839"/>
                </a:lnTo>
                <a:close/>
              </a:path>
              <a:path extrusionOk="0" h="6985634" w="8126730">
                <a:moveTo>
                  <a:pt x="854265" y="4735360"/>
                </a:moveTo>
                <a:lnTo>
                  <a:pt x="12" y="4735360"/>
                </a:lnTo>
                <a:lnTo>
                  <a:pt x="12" y="4934102"/>
                </a:lnTo>
                <a:lnTo>
                  <a:pt x="854265" y="4934102"/>
                </a:lnTo>
                <a:lnTo>
                  <a:pt x="854265" y="4735360"/>
                </a:lnTo>
                <a:close/>
              </a:path>
              <a:path extrusionOk="0" h="6985634" w="8126730">
                <a:moveTo>
                  <a:pt x="854265" y="4304881"/>
                </a:moveTo>
                <a:lnTo>
                  <a:pt x="12" y="4304881"/>
                </a:lnTo>
                <a:lnTo>
                  <a:pt x="12" y="4504817"/>
                </a:lnTo>
                <a:lnTo>
                  <a:pt x="854265" y="4504817"/>
                </a:lnTo>
                <a:lnTo>
                  <a:pt x="854265" y="4304881"/>
                </a:lnTo>
                <a:close/>
              </a:path>
              <a:path extrusionOk="0" h="6985634" w="8126730">
                <a:moveTo>
                  <a:pt x="854265" y="3874389"/>
                </a:moveTo>
                <a:lnTo>
                  <a:pt x="12" y="3874389"/>
                </a:lnTo>
                <a:lnTo>
                  <a:pt x="12" y="4075531"/>
                </a:lnTo>
                <a:lnTo>
                  <a:pt x="854265" y="4075531"/>
                </a:lnTo>
                <a:lnTo>
                  <a:pt x="854265" y="3874389"/>
                </a:lnTo>
                <a:close/>
              </a:path>
              <a:path extrusionOk="0" h="6985634" w="8126730">
                <a:moveTo>
                  <a:pt x="854265" y="3443897"/>
                </a:moveTo>
                <a:lnTo>
                  <a:pt x="12" y="3443897"/>
                </a:lnTo>
                <a:lnTo>
                  <a:pt x="12" y="3646246"/>
                </a:lnTo>
                <a:lnTo>
                  <a:pt x="854265" y="3646246"/>
                </a:lnTo>
                <a:lnTo>
                  <a:pt x="854265" y="3443897"/>
                </a:lnTo>
                <a:close/>
              </a:path>
              <a:path extrusionOk="0" h="6985634" w="8126730">
                <a:moveTo>
                  <a:pt x="854265" y="3013405"/>
                </a:moveTo>
                <a:lnTo>
                  <a:pt x="12" y="3013405"/>
                </a:lnTo>
                <a:lnTo>
                  <a:pt x="12" y="3216960"/>
                </a:lnTo>
                <a:lnTo>
                  <a:pt x="854265" y="3216960"/>
                </a:lnTo>
                <a:lnTo>
                  <a:pt x="854265" y="3013405"/>
                </a:lnTo>
                <a:close/>
              </a:path>
              <a:path extrusionOk="0" h="6985634" w="8126730">
                <a:moveTo>
                  <a:pt x="854265" y="2582926"/>
                </a:moveTo>
                <a:lnTo>
                  <a:pt x="12" y="2582926"/>
                </a:lnTo>
                <a:lnTo>
                  <a:pt x="12" y="2787688"/>
                </a:lnTo>
                <a:lnTo>
                  <a:pt x="854265" y="2787688"/>
                </a:lnTo>
                <a:lnTo>
                  <a:pt x="854265" y="2582926"/>
                </a:lnTo>
                <a:close/>
              </a:path>
              <a:path extrusionOk="0" h="6985634" w="8126730">
                <a:moveTo>
                  <a:pt x="854265" y="2152434"/>
                </a:moveTo>
                <a:lnTo>
                  <a:pt x="12" y="2152434"/>
                </a:lnTo>
                <a:lnTo>
                  <a:pt x="12" y="2358402"/>
                </a:lnTo>
                <a:lnTo>
                  <a:pt x="854265" y="2358402"/>
                </a:lnTo>
                <a:lnTo>
                  <a:pt x="854265" y="2152434"/>
                </a:lnTo>
                <a:close/>
              </a:path>
              <a:path extrusionOk="0" h="6985634" w="8126730">
                <a:moveTo>
                  <a:pt x="854265" y="1721942"/>
                </a:moveTo>
                <a:lnTo>
                  <a:pt x="12" y="1721942"/>
                </a:lnTo>
                <a:lnTo>
                  <a:pt x="12" y="1929117"/>
                </a:lnTo>
                <a:lnTo>
                  <a:pt x="854265" y="1929117"/>
                </a:lnTo>
                <a:lnTo>
                  <a:pt x="854265" y="1721942"/>
                </a:lnTo>
                <a:close/>
              </a:path>
              <a:path extrusionOk="0" h="6985634" w="8126730">
                <a:moveTo>
                  <a:pt x="854265" y="1291463"/>
                </a:moveTo>
                <a:lnTo>
                  <a:pt x="12" y="1291463"/>
                </a:lnTo>
                <a:lnTo>
                  <a:pt x="12" y="1499831"/>
                </a:lnTo>
                <a:lnTo>
                  <a:pt x="854265" y="1499831"/>
                </a:lnTo>
                <a:lnTo>
                  <a:pt x="854265" y="1291463"/>
                </a:lnTo>
                <a:close/>
              </a:path>
              <a:path extrusionOk="0" h="6985634" w="8126730">
                <a:moveTo>
                  <a:pt x="854265" y="860983"/>
                </a:moveTo>
                <a:lnTo>
                  <a:pt x="12" y="860983"/>
                </a:lnTo>
                <a:lnTo>
                  <a:pt x="12" y="1070559"/>
                </a:lnTo>
                <a:lnTo>
                  <a:pt x="854265" y="1070559"/>
                </a:lnTo>
                <a:lnTo>
                  <a:pt x="854265" y="860983"/>
                </a:lnTo>
                <a:close/>
              </a:path>
              <a:path extrusionOk="0" h="6985634" w="8126730">
                <a:moveTo>
                  <a:pt x="854265" y="430491"/>
                </a:moveTo>
                <a:lnTo>
                  <a:pt x="12" y="430491"/>
                </a:lnTo>
                <a:lnTo>
                  <a:pt x="12" y="641273"/>
                </a:lnTo>
                <a:lnTo>
                  <a:pt x="854265" y="641273"/>
                </a:lnTo>
                <a:lnTo>
                  <a:pt x="854265" y="430491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5789320"/>
                </a:lnTo>
                <a:lnTo>
                  <a:pt x="6930390" y="5841682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5935827"/>
                </a:lnTo>
                <a:lnTo>
                  <a:pt x="6930390" y="5984633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6082322"/>
                </a:lnTo>
                <a:lnTo>
                  <a:pt x="6930390" y="6127585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6228829"/>
                </a:lnTo>
                <a:lnTo>
                  <a:pt x="6930390" y="6270536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6375349"/>
                </a:lnTo>
                <a:lnTo>
                  <a:pt x="6930390" y="6413487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6521844"/>
                </a:lnTo>
                <a:lnTo>
                  <a:pt x="6930390" y="6556438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6668351"/>
                </a:lnTo>
                <a:lnTo>
                  <a:pt x="6930390" y="6699402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6814858"/>
                </a:lnTo>
                <a:lnTo>
                  <a:pt x="6930390" y="6842341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6961365"/>
                </a:lnTo>
                <a:lnTo>
                  <a:pt x="6930390" y="6985292"/>
                </a:lnTo>
                <a:lnTo>
                  <a:pt x="8126362" y="5789320"/>
                </a:lnTo>
                <a:close/>
              </a:path>
            </a:pathLst>
          </a:custGeom>
          <a:solidFill>
            <a:srgbClr val="90A0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624" name="Google Shape;624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929225" y="295100"/>
            <a:ext cx="1972325" cy="592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7" name="Google Shape;627;p12"/>
          <p:cNvSpPr txBox="1"/>
          <p:nvPr>
            <p:ph idx="1" type="body"/>
          </p:nvPr>
        </p:nvSpPr>
        <p:spPr>
          <a:xfrm>
            <a:off x="436201" y="1636170"/>
            <a:ext cx="54399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Arial"/>
              <a:buNone/>
              <a:defRPr b="1" i="0" sz="66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628" name="Google Shape;628;p12"/>
          <p:cNvSpPr txBox="1"/>
          <p:nvPr>
            <p:ph idx="2" type="body"/>
          </p:nvPr>
        </p:nvSpPr>
        <p:spPr>
          <a:xfrm>
            <a:off x="656622" y="4032642"/>
            <a:ext cx="52194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629" name="Google Shape;629;p12"/>
          <p:cNvCxnSpPr/>
          <p:nvPr/>
        </p:nvCxnSpPr>
        <p:spPr>
          <a:xfrm>
            <a:off x="580422" y="4124496"/>
            <a:ext cx="0" cy="2880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630" name="Google Shape;630;p12"/>
          <p:cNvSpPr txBox="1"/>
          <p:nvPr>
            <p:ph idx="3" type="body"/>
          </p:nvPr>
        </p:nvSpPr>
        <p:spPr>
          <a:xfrm>
            <a:off x="549322" y="6031214"/>
            <a:ext cx="1862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631" name="Google Shape;631;p12"/>
          <p:cNvSpPr txBox="1"/>
          <p:nvPr>
            <p:ph idx="4" type="body"/>
          </p:nvPr>
        </p:nvSpPr>
        <p:spPr>
          <a:xfrm>
            <a:off x="2408168" y="6031214"/>
            <a:ext cx="1862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pic>
        <p:nvPicPr>
          <p:cNvPr id="632" name="Google Shape;632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36201" y="382350"/>
            <a:ext cx="2695188" cy="80937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33" name="Google Shape;633;p12"/>
          <p:cNvGrpSpPr/>
          <p:nvPr/>
        </p:nvGrpSpPr>
        <p:grpSpPr>
          <a:xfrm>
            <a:off x="0" y="5218448"/>
            <a:ext cx="2600439" cy="385344"/>
            <a:chOff x="0" y="9303775"/>
            <a:chExt cx="8073390" cy="1196350"/>
          </a:xfrm>
        </p:grpSpPr>
        <p:sp>
          <p:nvSpPr>
            <p:cNvPr id="634" name="Google Shape;634;p12"/>
            <p:cNvSpPr/>
            <p:nvPr/>
          </p:nvSpPr>
          <p:spPr>
            <a:xfrm>
              <a:off x="0" y="9303775"/>
              <a:ext cx="6877684" cy="1196340"/>
            </a:xfrm>
            <a:custGeom>
              <a:rect b="b" l="l" r="r" t="t"/>
              <a:pathLst>
                <a:path extrusionOk="0" h="1196340" w="6877684">
                  <a:moveTo>
                    <a:pt x="0" y="1195974"/>
                  </a:moveTo>
                  <a:lnTo>
                    <a:pt x="6877060" y="1195974"/>
                  </a:lnTo>
                  <a:lnTo>
                    <a:pt x="6877060" y="0"/>
                  </a:lnTo>
                  <a:lnTo>
                    <a:pt x="0" y="0"/>
                  </a:lnTo>
                  <a:lnTo>
                    <a:pt x="0" y="1195974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635" name="Google Shape;635;p12"/>
            <p:cNvSpPr/>
            <p:nvPr/>
          </p:nvSpPr>
          <p:spPr>
            <a:xfrm>
              <a:off x="268770" y="9586588"/>
              <a:ext cx="6324600" cy="612140"/>
            </a:xfrm>
            <a:custGeom>
              <a:rect b="b" l="l" r="r" t="t"/>
              <a:pathLst>
                <a:path extrusionOk="0" h="612140" w="6324600">
                  <a:moveTo>
                    <a:pt x="394309" y="305917"/>
                  </a:moveTo>
                  <a:lnTo>
                    <a:pt x="0" y="0"/>
                  </a:lnTo>
                  <a:lnTo>
                    <a:pt x="0" y="611847"/>
                  </a:lnTo>
                  <a:lnTo>
                    <a:pt x="394309" y="305917"/>
                  </a:lnTo>
                  <a:close/>
                </a:path>
                <a:path extrusionOk="0" h="612140" w="6324600">
                  <a:moveTo>
                    <a:pt x="933411" y="305917"/>
                  </a:moveTo>
                  <a:lnTo>
                    <a:pt x="539115" y="0"/>
                  </a:lnTo>
                  <a:lnTo>
                    <a:pt x="539115" y="611847"/>
                  </a:lnTo>
                  <a:lnTo>
                    <a:pt x="933411" y="305917"/>
                  </a:lnTo>
                  <a:close/>
                </a:path>
                <a:path extrusionOk="0" h="612140" w="6324600">
                  <a:moveTo>
                    <a:pt x="1472526" y="305917"/>
                  </a:moveTo>
                  <a:lnTo>
                    <a:pt x="1078230" y="0"/>
                  </a:lnTo>
                  <a:lnTo>
                    <a:pt x="1078230" y="611847"/>
                  </a:lnTo>
                  <a:lnTo>
                    <a:pt x="1472526" y="305917"/>
                  </a:lnTo>
                  <a:close/>
                </a:path>
                <a:path extrusionOk="0" h="612140" w="6324600">
                  <a:moveTo>
                    <a:pt x="2011629" y="305917"/>
                  </a:moveTo>
                  <a:lnTo>
                    <a:pt x="1617332" y="0"/>
                  </a:lnTo>
                  <a:lnTo>
                    <a:pt x="1617332" y="611847"/>
                  </a:lnTo>
                  <a:lnTo>
                    <a:pt x="2011629" y="305917"/>
                  </a:lnTo>
                  <a:close/>
                </a:path>
                <a:path extrusionOk="0" h="612140" w="6324600">
                  <a:moveTo>
                    <a:pt x="2550744" y="305917"/>
                  </a:moveTo>
                  <a:lnTo>
                    <a:pt x="2156447" y="0"/>
                  </a:lnTo>
                  <a:lnTo>
                    <a:pt x="2156447" y="611847"/>
                  </a:lnTo>
                  <a:lnTo>
                    <a:pt x="2550744" y="305917"/>
                  </a:lnTo>
                  <a:close/>
                </a:path>
                <a:path extrusionOk="0" h="612140" w="6324600">
                  <a:moveTo>
                    <a:pt x="3089846" y="305917"/>
                  </a:moveTo>
                  <a:lnTo>
                    <a:pt x="2695549" y="0"/>
                  </a:lnTo>
                  <a:lnTo>
                    <a:pt x="2695549" y="611847"/>
                  </a:lnTo>
                  <a:lnTo>
                    <a:pt x="3089846" y="305917"/>
                  </a:lnTo>
                  <a:close/>
                </a:path>
                <a:path extrusionOk="0" h="612140" w="6324600">
                  <a:moveTo>
                    <a:pt x="3628961" y="305917"/>
                  </a:moveTo>
                  <a:lnTo>
                    <a:pt x="3234664" y="0"/>
                  </a:lnTo>
                  <a:lnTo>
                    <a:pt x="3234664" y="611847"/>
                  </a:lnTo>
                  <a:lnTo>
                    <a:pt x="3628961" y="305917"/>
                  </a:lnTo>
                  <a:close/>
                </a:path>
                <a:path extrusionOk="0" h="612140" w="6324600">
                  <a:moveTo>
                    <a:pt x="4168076" y="305917"/>
                  </a:moveTo>
                  <a:lnTo>
                    <a:pt x="3773767" y="0"/>
                  </a:lnTo>
                  <a:lnTo>
                    <a:pt x="3773767" y="611847"/>
                  </a:lnTo>
                  <a:lnTo>
                    <a:pt x="4168076" y="305917"/>
                  </a:lnTo>
                  <a:close/>
                </a:path>
                <a:path extrusionOk="0" h="612140" w="6324600">
                  <a:moveTo>
                    <a:pt x="4707179" y="305917"/>
                  </a:moveTo>
                  <a:lnTo>
                    <a:pt x="4312882" y="0"/>
                  </a:lnTo>
                  <a:lnTo>
                    <a:pt x="4312882" y="611847"/>
                  </a:lnTo>
                  <a:lnTo>
                    <a:pt x="4707179" y="305917"/>
                  </a:lnTo>
                  <a:close/>
                </a:path>
                <a:path extrusionOk="0" h="612140" w="6324600">
                  <a:moveTo>
                    <a:pt x="5246294" y="305917"/>
                  </a:moveTo>
                  <a:lnTo>
                    <a:pt x="4851984" y="0"/>
                  </a:lnTo>
                  <a:lnTo>
                    <a:pt x="4851984" y="611847"/>
                  </a:lnTo>
                  <a:lnTo>
                    <a:pt x="5246294" y="305917"/>
                  </a:lnTo>
                  <a:close/>
                </a:path>
                <a:path extrusionOk="0" h="612140" w="6324600">
                  <a:moveTo>
                    <a:pt x="5785396" y="305917"/>
                  </a:moveTo>
                  <a:lnTo>
                    <a:pt x="5391099" y="0"/>
                  </a:lnTo>
                  <a:lnTo>
                    <a:pt x="5391099" y="611847"/>
                  </a:lnTo>
                  <a:lnTo>
                    <a:pt x="5785396" y="305917"/>
                  </a:lnTo>
                  <a:close/>
                </a:path>
                <a:path extrusionOk="0" h="612140" w="6324600">
                  <a:moveTo>
                    <a:pt x="6324511" y="305917"/>
                  </a:moveTo>
                  <a:lnTo>
                    <a:pt x="5930201" y="0"/>
                  </a:lnTo>
                  <a:lnTo>
                    <a:pt x="5930201" y="611847"/>
                  </a:lnTo>
                  <a:lnTo>
                    <a:pt x="6324511" y="305917"/>
                  </a:lnTo>
                  <a:close/>
                </a:path>
              </a:pathLst>
            </a:custGeom>
            <a:solidFill>
              <a:srgbClr val="560777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636" name="Google Shape;636;p12"/>
            <p:cNvSpPr/>
            <p:nvPr/>
          </p:nvSpPr>
          <p:spPr>
            <a:xfrm>
              <a:off x="6877050" y="9303785"/>
              <a:ext cx="1196340" cy="1196340"/>
            </a:xfrm>
            <a:custGeom>
              <a:rect b="b" l="l" r="r" t="t"/>
              <a:pathLst>
                <a:path extrusionOk="0" h="1196340" w="1196340">
                  <a:moveTo>
                    <a:pt x="1195971" y="0"/>
                  </a:moveTo>
                  <a:lnTo>
                    <a:pt x="0" y="0"/>
                  </a:lnTo>
                  <a:lnTo>
                    <a:pt x="0" y="52349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146494"/>
                  </a:lnTo>
                  <a:lnTo>
                    <a:pt x="0" y="195300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293001"/>
                  </a:lnTo>
                  <a:lnTo>
                    <a:pt x="0" y="338251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439508"/>
                  </a:lnTo>
                  <a:lnTo>
                    <a:pt x="0" y="481215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586016"/>
                  </a:lnTo>
                  <a:lnTo>
                    <a:pt x="0" y="624166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732523"/>
                  </a:lnTo>
                  <a:lnTo>
                    <a:pt x="0" y="767118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879030"/>
                  </a:lnTo>
                  <a:lnTo>
                    <a:pt x="0" y="910069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1025537"/>
                  </a:lnTo>
                  <a:lnTo>
                    <a:pt x="0" y="1053020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1172032"/>
                  </a:lnTo>
                  <a:lnTo>
                    <a:pt x="0" y="1195971"/>
                  </a:lnTo>
                  <a:lnTo>
                    <a:pt x="1195971" y="0"/>
                  </a:lnTo>
                  <a:close/>
                </a:path>
              </a:pathLst>
            </a:custGeom>
            <a:solidFill>
              <a:srgbClr val="90A0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637" name="Google Shape;637;p12"/>
          <p:cNvGrpSpPr/>
          <p:nvPr/>
        </p:nvGrpSpPr>
        <p:grpSpPr>
          <a:xfrm>
            <a:off x="6344628" y="487055"/>
            <a:ext cx="5847372" cy="5116588"/>
            <a:chOff x="6344628" y="928827"/>
            <a:chExt cx="5847372" cy="5116588"/>
          </a:xfrm>
        </p:grpSpPr>
        <p:sp>
          <p:nvSpPr>
            <p:cNvPr id="638" name="Google Shape;638;p12"/>
            <p:cNvSpPr/>
            <p:nvPr/>
          </p:nvSpPr>
          <p:spPr>
            <a:xfrm flipH="1">
              <a:off x="6344628" y="928827"/>
              <a:ext cx="5092675" cy="5111615"/>
            </a:xfrm>
            <a:custGeom>
              <a:rect b="b" l="l" r="r" t="t"/>
              <a:pathLst>
                <a:path extrusionOk="0" h="7026275" w="7000240">
                  <a:moveTo>
                    <a:pt x="0" y="0"/>
                  </a:moveTo>
                  <a:lnTo>
                    <a:pt x="0" y="7025843"/>
                  </a:lnTo>
                  <a:lnTo>
                    <a:pt x="7000062" y="34984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60676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639" name="Google Shape;639;p12"/>
            <p:cNvSpPr/>
            <p:nvPr/>
          </p:nvSpPr>
          <p:spPr>
            <a:xfrm flipH="1">
              <a:off x="6518328" y="933582"/>
              <a:ext cx="4918977" cy="5111615"/>
            </a:xfrm>
            <a:custGeom>
              <a:rect b="b" l="l" r="r" t="t"/>
              <a:pathLst>
                <a:path extrusionOk="0" h="7026275" w="6761480">
                  <a:moveTo>
                    <a:pt x="1628190" y="3498443"/>
                  </a:moveTo>
                  <a:lnTo>
                    <a:pt x="0" y="0"/>
                  </a:lnTo>
                  <a:lnTo>
                    <a:pt x="1158392" y="3638956"/>
                  </a:lnTo>
                  <a:lnTo>
                    <a:pt x="0" y="7025843"/>
                  </a:lnTo>
                  <a:lnTo>
                    <a:pt x="1628190" y="3498443"/>
                  </a:lnTo>
                  <a:close/>
                </a:path>
                <a:path extrusionOk="0" h="7026275" w="6761480">
                  <a:moveTo>
                    <a:pt x="3749776" y="3498443"/>
                  </a:moveTo>
                  <a:lnTo>
                    <a:pt x="0" y="0"/>
                  </a:lnTo>
                  <a:lnTo>
                    <a:pt x="2555240" y="3638956"/>
                  </a:lnTo>
                  <a:lnTo>
                    <a:pt x="0" y="7025843"/>
                  </a:lnTo>
                  <a:lnTo>
                    <a:pt x="3749776" y="3498443"/>
                  </a:lnTo>
                  <a:close/>
                </a:path>
                <a:path extrusionOk="0" h="7026275" w="6761480">
                  <a:moveTo>
                    <a:pt x="6760934" y="3498443"/>
                  </a:moveTo>
                  <a:lnTo>
                    <a:pt x="0" y="0"/>
                  </a:lnTo>
                  <a:lnTo>
                    <a:pt x="4533392" y="3638956"/>
                  </a:lnTo>
                  <a:lnTo>
                    <a:pt x="0" y="7025843"/>
                  </a:lnTo>
                  <a:lnTo>
                    <a:pt x="6760934" y="3498443"/>
                  </a:lnTo>
                  <a:close/>
                </a:path>
              </a:pathLst>
            </a:custGeom>
            <a:solidFill>
              <a:srgbClr val="00E5C6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640" name="Google Shape;640;p12"/>
            <p:cNvSpPr/>
            <p:nvPr/>
          </p:nvSpPr>
          <p:spPr>
            <a:xfrm flipH="1">
              <a:off x="11438075" y="933582"/>
              <a:ext cx="753922" cy="5108381"/>
            </a:xfrm>
            <a:custGeom>
              <a:rect b="b" l="l" r="r" t="t"/>
              <a:pathLst>
                <a:path extrusionOk="0" h="7021830" w="1036319">
                  <a:moveTo>
                    <a:pt x="1036104" y="6787705"/>
                  </a:moveTo>
                  <a:lnTo>
                    <a:pt x="0" y="6787705"/>
                  </a:lnTo>
                  <a:lnTo>
                    <a:pt x="0" y="7021792"/>
                  </a:lnTo>
                  <a:lnTo>
                    <a:pt x="1036104" y="7021792"/>
                  </a:lnTo>
                  <a:lnTo>
                    <a:pt x="1036104" y="6787705"/>
                  </a:lnTo>
                  <a:close/>
                </a:path>
                <a:path extrusionOk="0" h="7021830" w="1036319">
                  <a:moveTo>
                    <a:pt x="1036104" y="6265570"/>
                  </a:moveTo>
                  <a:lnTo>
                    <a:pt x="0" y="6265570"/>
                  </a:lnTo>
                  <a:lnTo>
                    <a:pt x="0" y="6505156"/>
                  </a:lnTo>
                  <a:lnTo>
                    <a:pt x="1036104" y="6505156"/>
                  </a:lnTo>
                  <a:lnTo>
                    <a:pt x="1036104" y="6265570"/>
                  </a:lnTo>
                  <a:close/>
                </a:path>
                <a:path extrusionOk="0" h="7021830" w="1036319">
                  <a:moveTo>
                    <a:pt x="1036104" y="5743460"/>
                  </a:moveTo>
                  <a:lnTo>
                    <a:pt x="0" y="5743460"/>
                  </a:lnTo>
                  <a:lnTo>
                    <a:pt x="0" y="5984481"/>
                  </a:lnTo>
                  <a:lnTo>
                    <a:pt x="1036104" y="5984481"/>
                  </a:lnTo>
                  <a:lnTo>
                    <a:pt x="1036104" y="5743460"/>
                  </a:lnTo>
                  <a:close/>
                </a:path>
                <a:path extrusionOk="0" h="7021830" w="1036319">
                  <a:moveTo>
                    <a:pt x="1036104" y="5221325"/>
                  </a:moveTo>
                  <a:lnTo>
                    <a:pt x="0" y="5221325"/>
                  </a:lnTo>
                  <a:lnTo>
                    <a:pt x="0" y="5463819"/>
                  </a:lnTo>
                  <a:lnTo>
                    <a:pt x="1036104" y="5463819"/>
                  </a:lnTo>
                  <a:lnTo>
                    <a:pt x="1036104" y="5221325"/>
                  </a:lnTo>
                  <a:close/>
                </a:path>
                <a:path extrusionOk="0" h="7021830" w="1036319">
                  <a:moveTo>
                    <a:pt x="1036104" y="4699190"/>
                  </a:moveTo>
                  <a:lnTo>
                    <a:pt x="0" y="4699190"/>
                  </a:lnTo>
                  <a:lnTo>
                    <a:pt x="0" y="4943145"/>
                  </a:lnTo>
                  <a:lnTo>
                    <a:pt x="1036104" y="4943145"/>
                  </a:lnTo>
                  <a:lnTo>
                    <a:pt x="1036104" y="4699190"/>
                  </a:lnTo>
                  <a:close/>
                </a:path>
                <a:path extrusionOk="0" h="7021830" w="1036319">
                  <a:moveTo>
                    <a:pt x="1036104" y="4177042"/>
                  </a:moveTo>
                  <a:lnTo>
                    <a:pt x="0" y="4177042"/>
                  </a:lnTo>
                  <a:lnTo>
                    <a:pt x="0" y="4422470"/>
                  </a:lnTo>
                  <a:lnTo>
                    <a:pt x="1036104" y="4422470"/>
                  </a:lnTo>
                  <a:lnTo>
                    <a:pt x="1036104" y="4177042"/>
                  </a:lnTo>
                  <a:close/>
                </a:path>
                <a:path extrusionOk="0" h="7021830" w="1036319">
                  <a:moveTo>
                    <a:pt x="1036104" y="3654920"/>
                  </a:moveTo>
                  <a:lnTo>
                    <a:pt x="0" y="3654920"/>
                  </a:lnTo>
                  <a:lnTo>
                    <a:pt x="0" y="3901808"/>
                  </a:lnTo>
                  <a:lnTo>
                    <a:pt x="1036104" y="3901808"/>
                  </a:lnTo>
                  <a:lnTo>
                    <a:pt x="1036104" y="3654920"/>
                  </a:lnTo>
                  <a:close/>
                </a:path>
                <a:path extrusionOk="0" h="7021830" w="1036319">
                  <a:moveTo>
                    <a:pt x="1036104" y="3132798"/>
                  </a:moveTo>
                  <a:lnTo>
                    <a:pt x="0" y="3132798"/>
                  </a:lnTo>
                  <a:lnTo>
                    <a:pt x="0" y="3381133"/>
                  </a:lnTo>
                  <a:lnTo>
                    <a:pt x="1036104" y="3381133"/>
                  </a:lnTo>
                  <a:lnTo>
                    <a:pt x="1036104" y="3132798"/>
                  </a:lnTo>
                  <a:close/>
                </a:path>
                <a:path extrusionOk="0" h="7021830" w="1036319">
                  <a:moveTo>
                    <a:pt x="1036104" y="2610650"/>
                  </a:moveTo>
                  <a:lnTo>
                    <a:pt x="0" y="2610650"/>
                  </a:lnTo>
                  <a:lnTo>
                    <a:pt x="0" y="2860459"/>
                  </a:lnTo>
                  <a:lnTo>
                    <a:pt x="1036104" y="2860459"/>
                  </a:lnTo>
                  <a:lnTo>
                    <a:pt x="1036104" y="2610650"/>
                  </a:lnTo>
                  <a:close/>
                </a:path>
                <a:path extrusionOk="0" h="7021830" w="1036319">
                  <a:moveTo>
                    <a:pt x="1036104" y="2088527"/>
                  </a:moveTo>
                  <a:lnTo>
                    <a:pt x="0" y="2088527"/>
                  </a:lnTo>
                  <a:lnTo>
                    <a:pt x="0" y="2339797"/>
                  </a:lnTo>
                  <a:lnTo>
                    <a:pt x="1036104" y="2339797"/>
                  </a:lnTo>
                  <a:lnTo>
                    <a:pt x="1036104" y="2088527"/>
                  </a:lnTo>
                  <a:close/>
                </a:path>
                <a:path extrusionOk="0" h="7021830" w="1036319">
                  <a:moveTo>
                    <a:pt x="1036104" y="1566392"/>
                  </a:moveTo>
                  <a:lnTo>
                    <a:pt x="0" y="1566392"/>
                  </a:lnTo>
                  <a:lnTo>
                    <a:pt x="0" y="1819122"/>
                  </a:lnTo>
                  <a:lnTo>
                    <a:pt x="1036104" y="1819122"/>
                  </a:lnTo>
                  <a:lnTo>
                    <a:pt x="1036104" y="1566392"/>
                  </a:lnTo>
                  <a:close/>
                </a:path>
                <a:path extrusionOk="0" h="7021830" w="1036319">
                  <a:moveTo>
                    <a:pt x="1036104" y="1044257"/>
                  </a:moveTo>
                  <a:lnTo>
                    <a:pt x="0" y="1044257"/>
                  </a:lnTo>
                  <a:lnTo>
                    <a:pt x="0" y="1298448"/>
                  </a:lnTo>
                  <a:lnTo>
                    <a:pt x="1036104" y="1298448"/>
                  </a:lnTo>
                  <a:lnTo>
                    <a:pt x="1036104" y="1044257"/>
                  </a:lnTo>
                  <a:close/>
                </a:path>
                <a:path extrusionOk="0" h="7021830" w="1036319">
                  <a:moveTo>
                    <a:pt x="1036104" y="522122"/>
                  </a:moveTo>
                  <a:lnTo>
                    <a:pt x="0" y="522122"/>
                  </a:lnTo>
                  <a:lnTo>
                    <a:pt x="0" y="777773"/>
                  </a:lnTo>
                  <a:lnTo>
                    <a:pt x="1036104" y="777773"/>
                  </a:lnTo>
                  <a:lnTo>
                    <a:pt x="1036104" y="522122"/>
                  </a:lnTo>
                  <a:close/>
                </a:path>
                <a:path extrusionOk="0" h="7021830" w="1036319">
                  <a:moveTo>
                    <a:pt x="1036104" y="0"/>
                  </a:moveTo>
                  <a:lnTo>
                    <a:pt x="0" y="0"/>
                  </a:lnTo>
                  <a:lnTo>
                    <a:pt x="0" y="257111"/>
                  </a:lnTo>
                  <a:lnTo>
                    <a:pt x="1036104" y="257111"/>
                  </a:lnTo>
                  <a:lnTo>
                    <a:pt x="1036104" y="0"/>
                  </a:lnTo>
                  <a:close/>
                </a:path>
              </a:pathLst>
            </a:custGeom>
            <a:solidFill>
              <a:srgbClr val="8F9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pic>
          <p:nvPicPr>
            <p:cNvPr id="641" name="Google Shape;641;p12"/>
            <p:cNvPicPr preferRelativeResize="0"/>
            <p:nvPr/>
          </p:nvPicPr>
          <p:blipFill rotWithShape="1">
            <a:blip r:embed="rId3">
              <a:alphaModFix/>
            </a:blip>
            <a:srcRect b="2856" l="0" r="0" t="0"/>
            <a:stretch/>
          </p:blipFill>
          <p:spPr>
            <a:xfrm flipH="1">
              <a:off x="6813518" y="1877725"/>
              <a:ext cx="5314701" cy="412560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42" name="Google Shape;642;p12"/>
            <p:cNvSpPr/>
            <p:nvPr/>
          </p:nvSpPr>
          <p:spPr>
            <a:xfrm flipH="1">
              <a:off x="7022230" y="5871298"/>
              <a:ext cx="5169770" cy="174117"/>
            </a:xfrm>
            <a:custGeom>
              <a:rect b="b" l="l" r="r" t="t"/>
              <a:pathLst>
                <a:path extrusionOk="0" h="1450975" w="8406130">
                  <a:moveTo>
                    <a:pt x="8405774" y="0"/>
                  </a:moveTo>
                  <a:lnTo>
                    <a:pt x="0" y="0"/>
                  </a:lnTo>
                  <a:lnTo>
                    <a:pt x="12" y="1450581"/>
                  </a:lnTo>
                  <a:lnTo>
                    <a:pt x="8405774" y="1450581"/>
                  </a:lnTo>
                  <a:lnTo>
                    <a:pt x="8405774" y="0"/>
                  </a:lnTo>
                  <a:close/>
                </a:path>
              </a:pathLst>
            </a:custGeom>
            <a:solidFill>
              <a:srgbClr val="8F9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333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</p:spTree>
  </p:cSld>
  <p:clrMapOvr>
    <a:masterClrMapping/>
  </p:clrMapOvr>
  <p:transition spd="slow">
    <p:push/>
  </p:transition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9.xml"/><Relationship Id="rId10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0.xml"/><Relationship Id="rId1" Type="http://schemas.openxmlformats.org/officeDocument/2006/relationships/image" Target="../media/image2.png"/><Relationship Id="rId2" Type="http://schemas.openxmlformats.org/officeDocument/2006/relationships/hyperlink" Target="http://interledger.org" TargetMode="External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9" Type="http://schemas.openxmlformats.org/officeDocument/2006/relationships/slideLayout" Target="../slideLayouts/slideLayout7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9929225" y="295100"/>
            <a:ext cx="1972325" cy="592325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7142625" y="6258825"/>
            <a:ext cx="48627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None/>
            </a:pPr>
            <a:r>
              <a:rPr lang="en-MY" sz="1000" u="sng">
                <a:solidFill>
                  <a:srgbClr val="8A3BA2"/>
                </a:solidFill>
                <a:latin typeface="Poppins Light"/>
                <a:ea typeface="Poppins Light"/>
                <a:cs typeface="Poppins Light"/>
                <a:sym typeface="Poppins Light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Interledger.org</a:t>
            </a:r>
            <a:r>
              <a:rPr lang="en-MY" sz="1000">
                <a:solidFill>
                  <a:srgbClr val="8A3BA2"/>
                </a:solidFill>
                <a:latin typeface="Poppins Light"/>
                <a:ea typeface="Poppins Light"/>
                <a:cs typeface="Poppins Light"/>
                <a:sym typeface="Poppins Light"/>
              </a:rPr>
              <a:t> </a:t>
            </a:r>
            <a:endParaRPr sz="1000">
              <a:solidFill>
                <a:srgbClr val="8A3BA2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MY" sz="1000">
                <a:solidFill>
                  <a:srgbClr val="8A3BA2"/>
                </a:solidFill>
                <a:latin typeface="Poppins Light"/>
                <a:ea typeface="Poppins Light"/>
                <a:cs typeface="Poppins Light"/>
                <a:sym typeface="Poppins Light"/>
              </a:rPr>
              <a:t>#OpenPayments #ILPHacks</a:t>
            </a:r>
            <a:endParaRPr sz="1000">
              <a:solidFill>
                <a:srgbClr val="8A3BA2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3"/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</p:sldLayoutIdLst>
  <p:transition spd="slow">
    <p:push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Relationship Id="rIdPg2" Type="http://schemas.openxmlformats.org/officeDocument/2006/relationships/image" Target="../media/paygent2.png"/><Relationship Id="rIdPg5" Type="http://schemas.openxmlformats.org/officeDocument/2006/relationships/image" Target="../media/paygent5.png"/><Relationship Id="rIdPg8" Type="http://schemas.openxmlformats.org/officeDocument/2006/relationships/image" Target="../media/paygent8.png"/><Relationship Id="rIdPg11" Type="http://schemas.openxmlformats.org/officeDocument/2006/relationships/image" Target="../media/paygent11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Pg14" Type="http://schemas.openxmlformats.org/officeDocument/2006/relationships/image" Target="../media/paygent14.png"/><Relationship Id="rIdPg21" Type="http://schemas.openxmlformats.org/officeDocument/2006/relationships/image" Target="../media/paygent21.png"/><Relationship Id="rIdPg27" Type="http://schemas.openxmlformats.org/officeDocument/2006/relationships/image" Target="../media/paygent27.png"/><Relationship Id="rIdPg32" Type="http://schemas.openxmlformats.org/officeDocument/2006/relationships/image" Target="../media/paygent32.png"/><Relationship Id="rIdPg37" Type="http://schemas.openxmlformats.org/officeDocument/2006/relationships/image" Target="../media/paygent37.png"/><Relationship Id="rIdPg42" Type="http://schemas.openxmlformats.org/officeDocument/2006/relationships/image" Target="../media/paygent4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Pg47" Type="http://schemas.openxmlformats.org/officeDocument/2006/relationships/image" Target="../media/paygent47.png"/><Relationship Id="rIdPg57" Type="http://schemas.openxmlformats.org/officeDocument/2006/relationships/image" Target="../media/paygent57.png"/><Relationship Id="rIdPg62" Type="http://schemas.openxmlformats.org/officeDocument/2006/relationships/image" Target="../media/paygent62.png"/><Relationship Id="rIdPg67" Type="http://schemas.openxmlformats.org/officeDocument/2006/relationships/image" Target="../media/paygent67.png"/><Relationship Id="rIdPg72" Type="http://schemas.openxmlformats.org/officeDocument/2006/relationships/image" Target="../media/paygent72.png"/><Relationship Id="rIdPg77" Type="http://schemas.openxmlformats.org/officeDocument/2006/relationships/image" Target="../media/paygent77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Pg163" Type="http://schemas.openxmlformats.org/officeDocument/2006/relationships/image" Target="../media/paygent16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Pg81" Type="http://schemas.openxmlformats.org/officeDocument/2006/relationships/image" Target="../media/paygent81.png"/><Relationship Id="rIdNotas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Pg84" Type="http://schemas.openxmlformats.org/officeDocument/2006/relationships/image" Target="../media/paygent84.png"/><Relationship Id="rIdPg88" Type="http://schemas.openxmlformats.org/officeDocument/2006/relationships/image" Target="../media/paygent88.png"/><Relationship Id="rIdPg92" Type="http://schemas.openxmlformats.org/officeDocument/2006/relationships/image" Target="../media/paygent92.png"/><Relationship Id="rIdNotas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Pg97" Type="http://schemas.openxmlformats.org/officeDocument/2006/relationships/image" Target="../media/paygent97.png"/><Relationship Id="rIdPg102" Type="http://schemas.openxmlformats.org/officeDocument/2006/relationships/image" Target="../media/paygent102.png"/><Relationship Id="rIdPg107" Type="http://schemas.openxmlformats.org/officeDocument/2006/relationships/image" Target="../media/paygent107.png"/><Relationship Id="rIdPg112" Type="http://schemas.openxmlformats.org/officeDocument/2006/relationships/image" Target="../media/paygent112.png"/><Relationship Id="rIdPg117" Type="http://schemas.openxmlformats.org/officeDocument/2006/relationships/image" Target="../media/paygent117.png"/><Relationship Id="rIdPg122" Type="http://schemas.openxmlformats.org/officeDocument/2006/relationships/image" Target="../media/paygent122.png"/><Relationship Id="rIdNotas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Pg127" Type="http://schemas.openxmlformats.org/officeDocument/2006/relationships/image" Target="../media/paygent127.png"/><Relationship Id="rIdPg132" Type="http://schemas.openxmlformats.org/officeDocument/2006/relationships/image" Target="../media/paygent132.png"/><Relationship Id="rIdPg137" Type="http://schemas.openxmlformats.org/officeDocument/2006/relationships/image" Target="../media/paygent137.png"/><Relationship Id="rIdPg142" Type="http://schemas.openxmlformats.org/officeDocument/2006/relationships/image" Target="../media/paygent142.png"/><Relationship Id="rIdPg147" Type="http://schemas.openxmlformats.org/officeDocument/2006/relationships/image" Target="../media/paygent147.png"/><Relationship Id="rIdPg152" Type="http://schemas.openxmlformats.org/officeDocument/2006/relationships/image" Target="../media/paygent152.png"/><Relationship Id="rIdPg157" Type="http://schemas.openxmlformats.org/officeDocument/2006/relationships/image" Target="../media/paygent157.png"/><Relationship Id="rIdNotas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Pg160" Type="http://schemas.openxmlformats.org/officeDocument/2006/relationships/image" Target="../media/paygent160.png"/><Relationship Id="rIdNotas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Pg168" Type="http://schemas.openxmlformats.org/officeDocument/2006/relationships/image" Target="../media/paygent168.png"/><Relationship Id="rIdPg173" Type="http://schemas.openxmlformats.org/officeDocument/2006/relationships/image" Target="../media/paygent173.png"/><Relationship Id="rIdPg178" Type="http://schemas.openxmlformats.org/officeDocument/2006/relationships/image" Target="../media/paygent178.png"/><Relationship Id="rIdNotas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6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13"/>
          <p:cNvSpPr txBox="1"/>
          <p:nvPr>
            <p:ph idx="1" type="body"/>
          </p:nvPr>
        </p:nvSpPr>
        <p:spPr>
          <a:xfrm>
            <a:off x="436201" y="1636170"/>
            <a:ext cx="54399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None/>
            </a:pPr>
            <a:r>
              <a:rPr sz="4400" lang="en-MY"/>
              <a:t>PAYGENT</a:t>
            </a:r>
          </a:p>
        </p:txBody>
      </p:sp>
      <p:sp>
        <p:nvSpPr>
          <p:cNvPr id="648" name="Google Shape;648;p13"/>
          <p:cNvSpPr txBox="1"/>
          <p:nvPr>
            <p:ph idx="2" type="body"/>
          </p:nvPr>
        </p:nvSpPr>
        <p:spPr>
          <a:xfrm>
            <a:off x="656622" y="4032642"/>
            <a:ext cx="52194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sz="1500" lang="en-MY"/>
              <a:t>Pagos delegables para personas y agentes de IA</a:t>
            </a:r>
          </a:p>
        </p:txBody>
      </p:sp>
      <p:sp>
        <p:nvSpPr>
          <p:cNvPr id="649" name="Google Shape;649;p13"/>
          <p:cNvSpPr txBox="1"/>
          <p:nvPr>
            <p:ph idx="3" type="body"/>
          </p:nvPr>
        </p:nvSpPr>
        <p:spPr>
          <a:xfrm>
            <a:off x="549322" y="6031214"/>
            <a:ext cx="1862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</a:pPr>
            <a:r>
              <a:rPr lang="en-MY"/>
              <a:t>FECHA:</a:t>
            </a:r>
            <a:br>
              <a:rPr lang="en-MY"/>
            </a:br>
            <a:r>
              <a:rPr lang="en-MY"/>
              <a:t>17 Octubre 2026</a:t>
            </a:r>
            <a:endParaRPr/>
          </a:p>
        </p:txBody>
      </p:sp>
      <p:sp>
        <p:nvSpPr>
          <p:cNvPr id="650" name="Google Shape;650;p13"/>
          <p:cNvSpPr txBox="1"/>
          <p:nvPr>
            <p:ph idx="4" type="body"/>
          </p:nvPr>
        </p:nvSpPr>
        <p:spPr>
          <a:xfrm>
            <a:off x="2408178" y="6031225"/>
            <a:ext cx="27129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</a:pPr>
            <a:r>
              <a:rPr lang="en-MY"/>
              <a:t>CIUDAD: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MY"/>
              <a:t>Medellín, Colombia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ransition spd="slow">
    <p:push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14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</a:pPr>
            <a:r>
              <a:rPr lang="en-MY"/>
              <a:t>Quiénes construimos Paygent</a:t>
            </a:r>
          </a:p>
        </p:txBody>
      </p:sp>
      <p:sp>
        <p:nvSpPr>
          <p:cNvPr id="656" name="Google Shape;656;p14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MY">
                <a:solidFill>
                  <a:srgbClr val="560676"/>
                </a:solidFill>
              </a:rPr>
              <a:t>INTRODUCCIÓN DEL EQUIPO</a:t>
            </a:r>
            <a:endParaRPr/>
          </a:p>
        </p:txBody>
      </p:sp>
      <p:sp>
        <p:nvSpPr>
          <p:cNvPr id="657" name="Google Shape;657;p14"/>
          <p:cNvSpPr txBox="1"/>
          <p:nvPr>
            <p:ph idx="4" type="body"/>
          </p:nvPr>
        </p:nvSpPr>
        <p:spPr>
          <a:xfrm>
            <a:off x="5688471" y="1800999"/>
            <a:ext cx="53910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</a:pPr>
            <a:r>
              <a:rPr lang="en-MY"/>
              <a:t>Carlos Andres Florez Vargas</a:t>
            </a:r>
          </a:p>
        </p:txBody>
      </p:sp>
      <p:sp>
        <p:nvSpPr>
          <p:cNvPr id="658" name="Google Shape;658;p14"/>
          <p:cNvSpPr txBox="1"/>
          <p:nvPr>
            <p:ph idx="5" type="body"/>
          </p:nvPr>
        </p:nvSpPr>
        <p:spPr>
          <a:xfrm>
            <a:off x="5688471" y="2608739"/>
            <a:ext cx="53910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MY">
                <a:solidFill>
                  <a:schemeClr val="dk1"/>
                </a:solidFill>
              </a:rPr>
              <a:t>Pedro Jose Gomez</a:t>
            </a:r>
          </a:p>
        </p:txBody>
      </p:sp>
      <p:sp>
        <p:nvSpPr>
          <p:cNvPr id="659" name="Google Shape;659;p14"/>
          <p:cNvSpPr txBox="1"/>
          <p:nvPr>
            <p:ph idx="6" type="body"/>
          </p:nvPr>
        </p:nvSpPr>
        <p:spPr>
          <a:xfrm>
            <a:off x="5688471" y="3416479"/>
            <a:ext cx="53910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MY">
                <a:solidFill>
                  <a:schemeClr val="dk1"/>
                </a:solidFill>
              </a:rPr>
              <a:t>Roy Sandoval Viera</a:t>
            </a:r>
          </a:p>
        </p:txBody>
      </p:sp>
      <p:sp>
        <p:nvSpPr>
          <p:cNvPr id="660" name="Google Shape;660;p14"/>
          <p:cNvSpPr txBox="1"/>
          <p:nvPr>
            <p:ph idx="7" type="body"/>
          </p:nvPr>
        </p:nvSpPr>
        <p:spPr>
          <a:xfrm>
            <a:off x="5688471" y="4224219"/>
            <a:ext cx="53910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MY">
                <a:solidFill>
                  <a:schemeClr val="dk1"/>
                </a:solidFill>
              </a:rPr>
              <a:t>Luis Angel Seoanes</a:t>
            </a:r>
          </a:p>
        </p:txBody>
      </p:sp>
      <p:sp>
        <p:nvSpPr>
          <p:cNvPr id="9001" name="Aro 1"/>
          <p:cNvSpPr/>
          <p:nvPr/>
        </p:nvSpPr>
        <p:spPr>
          <a:xfrm>
            <a:off x="405000" y="1505000"/>
            <a:ext cx="2040000" cy="2040000"/>
          </a:xfrm>
          <a:prstGeom prst="ellipse">
            <a:avLst/>
          </a:prstGeom>
          <a:solidFill>
            <a:srgbClr val="ECEEF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03" name="Integrante 1" descr="Integrante 1"/>
          <p:cNvPicPr>
            <a:picLocks noChangeAspect="1"/>
          </p:cNvPicPr>
          <p:nvPr/>
        </p:nvPicPr>
        <p:blipFill>
          <a:blip r:embed="rIdPg2"/>
          <a:stretch>
            <a:fillRect/>
          </a:stretch>
        </p:blipFill>
        <p:spPr>
          <a:xfrm>
            <a:off x="450000" y="1550000"/>
            <a:ext cx="1950000" cy="1950000"/>
          </a:xfrm>
          <a:prstGeom prst="rect">
            <a:avLst/>
          </a:prstGeom>
        </p:spPr>
      </p:pic>
      <p:sp>
        <p:nvSpPr>
          <p:cNvPr id="9004" name="Aro 2"/>
          <p:cNvSpPr/>
          <p:nvPr/>
        </p:nvSpPr>
        <p:spPr>
          <a:xfrm>
            <a:off x="2555000" y="1505000"/>
            <a:ext cx="2040000" cy="2040000"/>
          </a:xfrm>
          <a:prstGeom prst="ellipse">
            <a:avLst/>
          </a:prstGeom>
          <a:solidFill>
            <a:srgbClr val="ECEEF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06" name="Integrante 2" descr="Integrante 2"/>
          <p:cNvPicPr>
            <a:picLocks noChangeAspect="1"/>
          </p:cNvPicPr>
          <p:nvPr/>
        </p:nvPicPr>
        <p:blipFill>
          <a:blip r:embed="rIdPg5"/>
          <a:stretch>
            <a:fillRect/>
          </a:stretch>
        </p:blipFill>
        <p:spPr>
          <a:xfrm>
            <a:off x="2600000" y="1550000"/>
            <a:ext cx="1950000" cy="1950000"/>
          </a:xfrm>
          <a:prstGeom prst="rect">
            <a:avLst/>
          </a:prstGeom>
        </p:spPr>
      </p:pic>
      <p:sp>
        <p:nvSpPr>
          <p:cNvPr id="9007" name="Aro 3"/>
          <p:cNvSpPr/>
          <p:nvPr/>
        </p:nvSpPr>
        <p:spPr>
          <a:xfrm>
            <a:off x="405000" y="3625000"/>
            <a:ext cx="2040000" cy="2040000"/>
          </a:xfrm>
          <a:prstGeom prst="ellipse">
            <a:avLst/>
          </a:prstGeom>
          <a:solidFill>
            <a:srgbClr val="ECEEF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09" name="Integrante 3" descr="Integrante 3"/>
          <p:cNvPicPr>
            <a:picLocks noChangeAspect="1"/>
          </p:cNvPicPr>
          <p:nvPr/>
        </p:nvPicPr>
        <p:blipFill>
          <a:blip r:embed="rIdPg8"/>
          <a:stretch>
            <a:fillRect/>
          </a:stretch>
        </p:blipFill>
        <p:spPr>
          <a:xfrm>
            <a:off x="450000" y="3670000"/>
            <a:ext cx="1950000" cy="1950000"/>
          </a:xfrm>
          <a:prstGeom prst="rect">
            <a:avLst/>
          </a:prstGeom>
        </p:spPr>
      </p:pic>
      <p:sp>
        <p:nvSpPr>
          <p:cNvPr id="9010" name="Aro 4"/>
          <p:cNvSpPr/>
          <p:nvPr/>
        </p:nvSpPr>
        <p:spPr>
          <a:xfrm>
            <a:off x="2555000" y="3625000"/>
            <a:ext cx="2040000" cy="2040000"/>
          </a:xfrm>
          <a:prstGeom prst="ellipse">
            <a:avLst/>
          </a:prstGeom>
          <a:solidFill>
            <a:srgbClr val="ECEEF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12" name="Integrante 4" descr="Integrante 4"/>
          <p:cNvPicPr>
            <a:picLocks noChangeAspect="1"/>
          </p:cNvPicPr>
          <p:nvPr/>
        </p:nvPicPr>
        <p:blipFill>
          <a:blip r:embed="rIdPg11"/>
          <a:stretch>
            <a:fillRect/>
          </a:stretch>
        </p:blipFill>
        <p:spPr>
          <a:xfrm>
            <a:off x="2600000" y="3670000"/>
            <a:ext cx="1950000" cy="1950000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6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15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</a:pPr>
            <a:r>
              <a:rPr lang="en-MY"/>
              <a:t>El dinero cruza la frontera. Gastarlo es lo difícil.</a:t>
            </a:r>
          </a:p>
        </p:txBody>
      </p:sp>
      <p:sp>
        <p:nvSpPr>
          <p:cNvPr id="668" name="Google Shape;668;p15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MY"/>
              <a:t>EL RETO</a:t>
            </a:r>
          </a:p>
        </p:txBody>
      </p:sp>
      <p:sp>
        <p:nvSpPr>
          <p:cNvPr id="9013" name="Fondo user"/>
          <p:cNvSpPr/>
          <p:nvPr/>
        </p:nvSpPr>
        <p:spPr>
          <a:xfrm>
            <a:off x="1000000" y="1750000"/>
            <a:ext cx="1000000" cy="1000000"/>
          </a:xfrm>
          <a:prstGeom prst="ellipse">
            <a:avLst/>
          </a:prstGeom>
          <a:solidFill>
            <a:srgbClr val="EEE6F5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15" name="user" descr="user"/>
          <p:cNvPicPr>
            <a:picLocks noChangeAspect="1"/>
          </p:cNvPicPr>
          <p:nvPr/>
        </p:nvPicPr>
        <p:blipFill>
          <a:blip r:embed="rIdPg14"/>
          <a:stretch>
            <a:fillRect/>
          </a:stretch>
        </p:blipFill>
        <p:spPr>
          <a:xfrm>
            <a:off x="1240000" y="1990000"/>
            <a:ext cx="520000" cy="520000"/>
          </a:xfrm>
          <a:prstGeom prst="rect">
            <a:avLst/>
          </a:prstGeom>
        </p:spPr>
      </p:pic>
      <p:sp>
        <p:nvSpPr>
          <p:cNvPr id="9016" name="Juan"/>
          <p:cNvSpPr txBox="1"/>
          <p:nvPr/>
        </p:nvSpPr>
        <p:spPr>
          <a:xfrm>
            <a:off x="2150000" y="1830000"/>
            <a:ext cx="2300000" cy="84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2200" b="1">
                <a:solidFill>
                  <a:srgbClr val="48156E"/>
                </a:solidFill>
                <a:latin typeface="Poppins"/>
                <a:cs typeface="Poppins"/>
              </a:rPr>
              <a:t>Juan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400">
                <a:solidFill>
                  <a:srgbClr val="5A5A66"/>
                </a:solidFill>
                <a:latin typeface="Poppins"/>
                <a:cs typeface="Poppins"/>
              </a:rPr>
              <a:t>trabaja en Texas</a:t>
            </a:r>
          </a:p>
        </p:txBody>
      </p:sp>
      <p:sp>
        <p:nvSpPr>
          <p:cNvPr id="9017" name="Línea"/>
          <p:cNvSpPr/>
          <p:nvPr/>
        </p:nvSpPr>
        <p:spPr>
          <a:xfrm>
            <a:off x="4450000" y="2228000"/>
            <a:ext cx="2850000" cy="44000"/>
          </a:xfrm>
          <a:prstGeom prst="rect">
            <a:avLst/>
          </a:prstGeom>
          <a:solidFill>
            <a:srgbClr val="6F7BE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18" name="Punta"/>
          <p:cNvSpPr/>
          <p:nvPr/>
        </p:nvSpPr>
        <p:spPr>
          <a:xfrm>
            <a:off x="7250000" y="2120000"/>
            <a:ext cx="300000" cy="260000"/>
          </a:xfrm>
          <a:prstGeom prst="rightArrow">
            <a:avLst/>
          </a:prstGeom>
          <a:solidFill>
            <a:srgbClr val="6F7BE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19" name="Dinero"/>
          <p:cNvSpPr txBox="1"/>
          <p:nvPr/>
        </p:nvSpPr>
        <p:spPr>
          <a:xfrm>
            <a:off x="5600000" y="1950000"/>
            <a:ext cx="600000" cy="600000"/>
          </a:xfrm>
          <a:prstGeom prst="ellipse">
            <a:avLst/>
          </a:prstGeom>
          <a:solidFill>
            <a:srgbClr val="0FA88E"/>
          </a:solidFill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2200" b="1">
                <a:solidFill>
                  <a:srgbClr val="FFFFFF"/>
                </a:solidFill>
                <a:latin typeface="Poppins"/>
                <a:cs typeface="Poppins"/>
              </a:rPr>
              <a:t>$</a:t>
            </a:r>
          </a:p>
        </p:txBody>
      </p:sp>
      <p:sp>
        <p:nvSpPr>
          <p:cNvPr id="9020" name="Fondo house"/>
          <p:cNvSpPr/>
          <p:nvPr/>
        </p:nvSpPr>
        <p:spPr>
          <a:xfrm>
            <a:off x="7750000" y="1750000"/>
            <a:ext cx="1000000" cy="100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22" name="house" descr="house"/>
          <p:cNvPicPr>
            <a:picLocks noChangeAspect="1"/>
          </p:cNvPicPr>
          <p:nvPr/>
        </p:nvPicPr>
        <p:blipFill>
          <a:blip r:embed="rIdPg21"/>
          <a:stretch>
            <a:fillRect/>
          </a:stretch>
        </p:blipFill>
        <p:spPr>
          <a:xfrm>
            <a:off x="7990000" y="1990000"/>
            <a:ext cx="520000" cy="520000"/>
          </a:xfrm>
          <a:prstGeom prst="rect">
            <a:avLst/>
          </a:prstGeom>
        </p:spPr>
      </p:pic>
      <p:sp>
        <p:nvSpPr>
          <p:cNvPr id="9023" name="Mamá"/>
          <p:cNvSpPr txBox="1"/>
          <p:nvPr/>
        </p:nvSpPr>
        <p:spPr>
          <a:xfrm>
            <a:off x="8900000" y="1830000"/>
            <a:ext cx="2900000" cy="84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2200" b="1">
                <a:solidFill>
                  <a:srgbClr val="48156E"/>
                </a:solidFill>
                <a:latin typeface="Poppins"/>
                <a:cs typeface="Poppins"/>
              </a:rPr>
              <a:t>Su mamá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400">
                <a:solidFill>
                  <a:srgbClr val="5A5A66"/>
                </a:solidFill>
                <a:latin typeface="Poppins"/>
                <a:cs typeface="Poppins"/>
              </a:rPr>
              <a:t>una vereda de Antioquia</a:t>
            </a:r>
          </a:p>
        </p:txBody>
      </p:sp>
      <p:sp>
        <p:nvSpPr>
          <p:cNvPr id="9024" name="Puente"/>
          <p:cNvSpPr txBox="1"/>
          <p:nvPr/>
        </p:nvSpPr>
        <p:spPr>
          <a:xfrm>
            <a:off x="700000" y="3350000"/>
            <a:ext cx="108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500">
                <a:solidFill>
                  <a:srgbClr val="5A5A66"/>
                </a:solidFill>
                <a:latin typeface="Poppins"/>
                <a:cs typeface="Poppins"/>
              </a:rPr>
              <a:t>Pero para pagar en la tienda del pueblo hace falta…</a:t>
            </a:r>
          </a:p>
        </p:txBody>
      </p:sp>
      <p:sp>
        <p:nvSpPr>
          <p:cNvPr id="9025" name="Tarjeta Señal"/>
          <p:cNvSpPr/>
          <p:nvPr/>
        </p:nvSpPr>
        <p:spPr>
          <a:xfrm>
            <a:off x="700000" y="3900000"/>
            <a:ext cx="2570000" cy="140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26" name="Fondo wifi-off"/>
          <p:cNvSpPr/>
          <p:nvPr/>
        </p:nvSpPr>
        <p:spPr>
          <a:xfrm>
            <a:off x="880000" y="4290000"/>
            <a:ext cx="620000" cy="620000"/>
          </a:xfrm>
          <a:prstGeom prst="ellipse">
            <a:avLst/>
          </a:prstGeom>
          <a:solidFill>
            <a:srgbClr val="FFF0D9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28" name="wifi-off" descr="wifi-off"/>
          <p:cNvPicPr>
            <a:picLocks noChangeAspect="1"/>
          </p:cNvPicPr>
          <p:nvPr/>
        </p:nvPicPr>
        <p:blipFill>
          <a:blip r:embed="rIdPg27"/>
          <a:stretch>
            <a:fillRect/>
          </a:stretch>
        </p:blipFill>
        <p:spPr>
          <a:xfrm>
            <a:off x="1028800" y="4438800"/>
            <a:ext cx="322400" cy="322400"/>
          </a:xfrm>
          <a:prstGeom prst="rect">
            <a:avLst/>
          </a:prstGeom>
        </p:spPr>
      </p:pic>
      <p:sp>
        <p:nvSpPr>
          <p:cNvPr id="9029" name="Señal"/>
          <p:cNvSpPr txBox="1"/>
          <p:nvPr/>
        </p:nvSpPr>
        <p:spPr>
          <a:xfrm>
            <a:off x="1680000" y="3900000"/>
            <a:ext cx="1440000" cy="14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600" b="1">
                <a:solidFill>
                  <a:srgbClr val="48156E"/>
                </a:solidFill>
                <a:latin typeface="Poppins"/>
                <a:cs typeface="Poppins"/>
              </a:rPr>
              <a:t>Señal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150">
                <a:solidFill>
                  <a:srgbClr val="5A5A66"/>
                </a:solidFill>
                <a:latin typeface="Poppins"/>
                <a:cs typeface="Poppins"/>
              </a:rPr>
              <a:t>En la vereda va y viene</a:t>
            </a:r>
          </a:p>
        </p:txBody>
      </p:sp>
      <p:sp>
        <p:nvSpPr>
          <p:cNvPr id="9030" name="Tarjeta Smartphone"/>
          <p:cNvSpPr/>
          <p:nvPr/>
        </p:nvSpPr>
        <p:spPr>
          <a:xfrm>
            <a:off x="3440000" y="3900000"/>
            <a:ext cx="2570000" cy="140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31" name="Fondo smartphone"/>
          <p:cNvSpPr/>
          <p:nvPr/>
        </p:nvSpPr>
        <p:spPr>
          <a:xfrm>
            <a:off x="3620000" y="4290000"/>
            <a:ext cx="620000" cy="620000"/>
          </a:xfrm>
          <a:prstGeom prst="ellipse">
            <a:avLst/>
          </a:prstGeom>
          <a:solidFill>
            <a:srgbClr val="FFF0D9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33" name="smartphone" descr="smartphone"/>
          <p:cNvPicPr>
            <a:picLocks noChangeAspect="1"/>
          </p:cNvPicPr>
          <p:nvPr/>
        </p:nvPicPr>
        <p:blipFill>
          <a:blip r:embed="rIdPg32"/>
          <a:stretch>
            <a:fillRect/>
          </a:stretch>
        </p:blipFill>
        <p:spPr>
          <a:xfrm>
            <a:off x="3768800" y="4438800"/>
            <a:ext cx="322400" cy="322400"/>
          </a:xfrm>
          <a:prstGeom prst="rect">
            <a:avLst/>
          </a:prstGeom>
        </p:spPr>
      </p:pic>
      <p:sp>
        <p:nvSpPr>
          <p:cNvPr id="9034" name="Smartphone"/>
          <p:cNvSpPr txBox="1"/>
          <p:nvPr/>
        </p:nvSpPr>
        <p:spPr>
          <a:xfrm>
            <a:off x="4420000" y="3900000"/>
            <a:ext cx="1440000" cy="14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600" b="1">
                <a:solidFill>
                  <a:srgbClr val="48156E"/>
                </a:solidFill>
                <a:latin typeface="Poppins"/>
                <a:cs typeface="Poppins"/>
              </a:rPr>
              <a:t>Smartphone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150">
                <a:solidFill>
                  <a:srgbClr val="5A5A66"/>
                </a:solidFill>
                <a:latin typeface="Poppins"/>
                <a:cs typeface="Poppins"/>
              </a:rPr>
              <a:t>Muchos usan celular de teclas</a:t>
            </a:r>
          </a:p>
        </p:txBody>
      </p:sp>
      <p:sp>
        <p:nvSpPr>
          <p:cNvPr id="9035" name="Tarjeta Wallet propia"/>
          <p:cNvSpPr/>
          <p:nvPr/>
        </p:nvSpPr>
        <p:spPr>
          <a:xfrm>
            <a:off x="6180000" y="3900000"/>
            <a:ext cx="2570000" cy="140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36" name="Fondo wallet"/>
          <p:cNvSpPr/>
          <p:nvPr/>
        </p:nvSpPr>
        <p:spPr>
          <a:xfrm>
            <a:off x="6360000" y="4290000"/>
            <a:ext cx="620000" cy="620000"/>
          </a:xfrm>
          <a:prstGeom prst="ellipse">
            <a:avLst/>
          </a:prstGeom>
          <a:solidFill>
            <a:srgbClr val="FFF0D9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38" name="wallet" descr="wallet"/>
          <p:cNvPicPr>
            <a:picLocks noChangeAspect="1"/>
          </p:cNvPicPr>
          <p:nvPr/>
        </p:nvPicPr>
        <p:blipFill>
          <a:blip r:embed="rIdPg37"/>
          <a:stretch>
            <a:fillRect/>
          </a:stretch>
        </p:blipFill>
        <p:spPr>
          <a:xfrm>
            <a:off x="6508800" y="4438800"/>
            <a:ext cx="322400" cy="322400"/>
          </a:xfrm>
          <a:prstGeom prst="rect">
            <a:avLst/>
          </a:prstGeom>
        </p:spPr>
      </p:pic>
      <p:sp>
        <p:nvSpPr>
          <p:cNvPr id="9039" name="Wallet propia"/>
          <p:cNvSpPr txBox="1"/>
          <p:nvPr/>
        </p:nvSpPr>
        <p:spPr>
          <a:xfrm>
            <a:off x="7160000" y="3900000"/>
            <a:ext cx="1440000" cy="14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600" b="1">
                <a:solidFill>
                  <a:srgbClr val="48156E"/>
                </a:solidFill>
                <a:latin typeface="Poppins"/>
                <a:cs typeface="Poppins"/>
              </a:rPr>
              <a:t>Wallet propia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150">
                <a:solidFill>
                  <a:srgbClr val="5A5A66"/>
                </a:solidFill>
                <a:latin typeface="Poppins"/>
                <a:cs typeface="Poppins"/>
              </a:rPr>
              <a:t>Prestar la tarjeta es darlo todo</a:t>
            </a:r>
          </a:p>
        </p:txBody>
      </p:sp>
      <p:sp>
        <p:nvSpPr>
          <p:cNvPr id="9040" name="Tarjeta Pagos con IA"/>
          <p:cNvSpPr/>
          <p:nvPr/>
        </p:nvSpPr>
        <p:spPr>
          <a:xfrm>
            <a:off x="8920000" y="3900000"/>
            <a:ext cx="2570000" cy="140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41" name="Fondo bot"/>
          <p:cNvSpPr/>
          <p:nvPr/>
        </p:nvSpPr>
        <p:spPr>
          <a:xfrm>
            <a:off x="9100000" y="4290000"/>
            <a:ext cx="620000" cy="620000"/>
          </a:xfrm>
          <a:prstGeom prst="ellipse">
            <a:avLst/>
          </a:prstGeom>
          <a:solidFill>
            <a:srgbClr val="FFF0D9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43" name="bot" descr="bot"/>
          <p:cNvPicPr>
            <a:picLocks noChangeAspect="1"/>
          </p:cNvPicPr>
          <p:nvPr/>
        </p:nvPicPr>
        <p:blipFill>
          <a:blip r:embed="rIdPg42"/>
          <a:stretch>
            <a:fillRect/>
          </a:stretch>
        </p:blipFill>
        <p:spPr>
          <a:xfrm>
            <a:off x="9248800" y="4438800"/>
            <a:ext cx="322400" cy="322400"/>
          </a:xfrm>
          <a:prstGeom prst="rect">
            <a:avLst/>
          </a:prstGeom>
        </p:spPr>
      </p:pic>
      <p:sp>
        <p:nvSpPr>
          <p:cNvPr id="9044" name="Pagos con IA"/>
          <p:cNvSpPr txBox="1"/>
          <p:nvPr/>
        </p:nvSpPr>
        <p:spPr>
          <a:xfrm>
            <a:off x="9900000" y="3900000"/>
            <a:ext cx="1440000" cy="14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600" b="1">
                <a:solidFill>
                  <a:srgbClr val="48156E"/>
                </a:solidFill>
                <a:latin typeface="Poppins"/>
                <a:cs typeface="Poppins"/>
              </a:rPr>
              <a:t>Pagos con IA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150">
                <a:solidFill>
                  <a:srgbClr val="5A5A66"/>
                </a:solidFill>
                <a:latin typeface="Poppins"/>
                <a:cs typeface="Poppins"/>
              </a:rPr>
              <a:t>Son cerrados y asumen las tres</a:t>
            </a:r>
          </a:p>
        </p:txBody>
      </p:sp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16"/>
          <p:cNvSpPr txBox="1"/>
          <p:nvPr>
            <p:ph idx="2" type="body"/>
          </p:nvPr>
        </p:nvSpPr>
        <p:spPr>
          <a:xfrm>
            <a:off x="1516225" y="1614500"/>
            <a:ext cx="9155700" cy="29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MY"/>
              <a:t>Pagar no debería necesitar internet.</a:t>
            </a:r>
          </a:p>
        </p:txBody>
      </p:sp>
    </p:spTree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p17"/>
          <p:cNvSpPr txBox="1"/>
          <p:nvPr>
            <p:ph idx="1" type="body"/>
          </p:nvPr>
        </p:nvSpPr>
        <p:spPr>
          <a:xfrm>
            <a:off x="2295975" y="1614510"/>
            <a:ext cx="7591703" cy="292161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MY"/>
              <a:t>El agente propone. El gateway decide.</a:t>
            </a:r>
          </a:p>
        </p:txBody>
      </p:sp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18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</a:pPr>
            <a:r>
              <a:rPr lang="en-MY"/>
              <a:t>Paygent: un permiso de pago que se reparte</a:t>
            </a:r>
          </a:p>
        </p:txBody>
      </p:sp>
      <p:sp>
        <p:nvSpPr>
          <p:cNvPr id="685" name="Google Shape;685;p18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MY"/>
              <a:t>LA SOLUCIÓN</a:t>
            </a:r>
          </a:p>
        </p:txBody>
      </p:sp>
      <p:sp>
        <p:nvSpPr>
          <p:cNvPr id="9045" name="Raíz"/>
          <p:cNvSpPr/>
          <p:nvPr/>
        </p:nvSpPr>
        <p:spPr>
          <a:xfrm>
            <a:off x="3796000" y="1550000"/>
            <a:ext cx="4600000" cy="1000000"/>
          </a:xfrm>
          <a:prstGeom prst="roundRect">
            <a:avLst>
              <a:gd name="adj" fmla="val 18000"/>
            </a:avLst>
          </a:prstGeom>
          <a:solidFill>
            <a:srgbClr val="EEE6F5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46" name="Fondo signature"/>
          <p:cNvSpPr/>
          <p:nvPr/>
        </p:nvSpPr>
        <p:spPr>
          <a:xfrm>
            <a:off x="4006000" y="1700000"/>
            <a:ext cx="700000" cy="7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48" name="signature" descr="signature"/>
          <p:cNvPicPr>
            <a:picLocks noChangeAspect="1"/>
          </p:cNvPicPr>
          <p:nvPr/>
        </p:nvPicPr>
        <p:blipFill>
          <a:blip r:embed="rIdPg47"/>
          <a:stretch>
            <a:fillRect/>
          </a:stretch>
        </p:blipFill>
        <p:spPr>
          <a:xfrm>
            <a:off x="4174000" y="1868000"/>
            <a:ext cx="364000" cy="364000"/>
          </a:xfrm>
          <a:prstGeom prst="rect">
            <a:avLst/>
          </a:prstGeom>
        </p:spPr>
      </p:pic>
      <p:sp>
        <p:nvSpPr>
          <p:cNvPr id="9049" name="Raíz texto"/>
          <p:cNvSpPr txBox="1"/>
          <p:nvPr/>
        </p:nvSpPr>
        <p:spPr>
          <a:xfrm>
            <a:off x="4846000" y="1550000"/>
            <a:ext cx="345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900" b="1">
                <a:solidFill>
                  <a:srgbClr val="48156E"/>
                </a:solidFill>
                <a:latin typeface="Poppins"/>
                <a:cs typeface="Poppins"/>
              </a:rPr>
              <a:t>Juan firma una vez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50">
                <a:solidFill>
                  <a:srgbClr val="5A5A66"/>
                </a:solidFill>
                <a:latin typeface="Poppins"/>
                <a:cs typeface="Poppins"/>
              </a:rPr>
              <a:t>Un grant de Open Payments: $300 al mes</a:t>
            </a:r>
          </a:p>
        </p:txBody>
      </p:sp>
      <p:sp>
        <p:nvSpPr>
          <p:cNvPr id="9050" name="Línea"/>
          <p:cNvSpPr/>
          <p:nvPr/>
        </p:nvSpPr>
        <p:spPr>
          <a:xfrm>
            <a:off x="6076000" y="2550000"/>
            <a:ext cx="40000" cy="330000"/>
          </a:xfrm>
          <a:prstGeom prst="rect">
            <a:avLst/>
          </a:prstGeom>
          <a:solidFill>
            <a:srgbClr val="C9C3D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51" name="Línea"/>
          <p:cNvSpPr/>
          <p:nvPr/>
        </p:nvSpPr>
        <p:spPr>
          <a:xfrm>
            <a:off x="2396000" y="2860000"/>
            <a:ext cx="7400000" cy="40000"/>
          </a:xfrm>
          <a:prstGeom prst="rect">
            <a:avLst/>
          </a:prstGeom>
          <a:solidFill>
            <a:srgbClr val="C9C3D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52" name="Línea"/>
          <p:cNvSpPr/>
          <p:nvPr/>
        </p:nvSpPr>
        <p:spPr>
          <a:xfrm>
            <a:off x="2376000" y="2860000"/>
            <a:ext cx="40000" cy="300000"/>
          </a:xfrm>
          <a:prstGeom prst="rect">
            <a:avLst/>
          </a:prstGeom>
          <a:solidFill>
            <a:srgbClr val="C9C3D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53" name="Línea"/>
          <p:cNvSpPr/>
          <p:nvPr/>
        </p:nvSpPr>
        <p:spPr>
          <a:xfrm>
            <a:off x="6076000" y="2860000"/>
            <a:ext cx="40000" cy="300000"/>
          </a:xfrm>
          <a:prstGeom prst="rect">
            <a:avLst/>
          </a:prstGeom>
          <a:solidFill>
            <a:srgbClr val="C9C3D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54" name="Línea"/>
          <p:cNvSpPr/>
          <p:nvPr/>
        </p:nvSpPr>
        <p:spPr>
          <a:xfrm>
            <a:off x="9776000" y="2860000"/>
            <a:ext cx="40000" cy="300000"/>
          </a:xfrm>
          <a:prstGeom prst="rect">
            <a:avLst/>
          </a:prstGeom>
          <a:solidFill>
            <a:srgbClr val="C9C3D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55" name="Tarjeta Su mamá"/>
          <p:cNvSpPr/>
          <p:nvPr/>
        </p:nvSpPr>
        <p:spPr>
          <a:xfrm>
            <a:off x="696000" y="3150000"/>
            <a:ext cx="3400000" cy="115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56" name="Fondo user"/>
          <p:cNvSpPr/>
          <p:nvPr/>
        </p:nvSpPr>
        <p:spPr>
          <a:xfrm>
            <a:off x="876000" y="3400000"/>
            <a:ext cx="650000" cy="65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58" name="user" descr="user"/>
          <p:cNvPicPr>
            <a:picLocks noChangeAspect="1"/>
          </p:cNvPicPr>
          <p:nvPr/>
        </p:nvPicPr>
        <p:blipFill>
          <a:blip r:embed="rIdPg57"/>
          <a:stretch>
            <a:fillRect/>
          </a:stretch>
        </p:blipFill>
        <p:spPr>
          <a:xfrm>
            <a:off x="1032000" y="3556000"/>
            <a:ext cx="338000" cy="338000"/>
          </a:xfrm>
          <a:prstGeom prst="rect">
            <a:avLst/>
          </a:prstGeom>
        </p:spPr>
      </p:pic>
      <p:sp>
        <p:nvSpPr>
          <p:cNvPr id="9059" name="Su mamá"/>
          <p:cNvSpPr txBox="1"/>
          <p:nvPr/>
        </p:nvSpPr>
        <p:spPr>
          <a:xfrm>
            <a:off x="1706000" y="3150000"/>
            <a:ext cx="224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700" b="1">
                <a:solidFill>
                  <a:srgbClr val="48156E"/>
                </a:solidFill>
                <a:latin typeface="Poppins"/>
                <a:cs typeface="Poppins"/>
              </a:rPr>
              <a:t>Su mamá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00">
                <a:solidFill>
                  <a:srgbClr val="5A5A66"/>
                </a:solidFill>
                <a:latin typeface="Poppins"/>
                <a:cs typeface="Poppins"/>
              </a:rPr>
              <a:t>Mercado y farmacia · $150</a:t>
            </a:r>
          </a:p>
        </p:txBody>
      </p:sp>
      <p:sp>
        <p:nvSpPr>
          <p:cNvPr id="9060" name="Tarjeta Su celular"/>
          <p:cNvSpPr/>
          <p:nvPr/>
        </p:nvSpPr>
        <p:spPr>
          <a:xfrm>
            <a:off x="4396000" y="3150000"/>
            <a:ext cx="3400000" cy="115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61" name="Fondo smartphone"/>
          <p:cNvSpPr/>
          <p:nvPr/>
        </p:nvSpPr>
        <p:spPr>
          <a:xfrm>
            <a:off x="4576000" y="3400000"/>
            <a:ext cx="650000" cy="650000"/>
          </a:xfrm>
          <a:prstGeom prst="ellipse">
            <a:avLst/>
          </a:prstGeom>
          <a:solidFill>
            <a:srgbClr val="FFF0D9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63" name="smartphone" descr="smartphone"/>
          <p:cNvPicPr>
            <a:picLocks noChangeAspect="1"/>
          </p:cNvPicPr>
          <p:nvPr/>
        </p:nvPicPr>
        <p:blipFill>
          <a:blip r:embed="rIdPg62"/>
          <a:stretch>
            <a:fillRect/>
          </a:stretch>
        </p:blipFill>
        <p:spPr>
          <a:xfrm>
            <a:off x="4732000" y="3556000"/>
            <a:ext cx="338000" cy="338000"/>
          </a:xfrm>
          <a:prstGeom prst="rect">
            <a:avLst/>
          </a:prstGeom>
        </p:spPr>
      </p:pic>
      <p:sp>
        <p:nvSpPr>
          <p:cNvPr id="9064" name="Su celular"/>
          <p:cNvSpPr txBox="1"/>
          <p:nvPr/>
        </p:nvSpPr>
        <p:spPr>
          <a:xfrm>
            <a:off x="5406000" y="3150000"/>
            <a:ext cx="224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700" b="1">
                <a:solidFill>
                  <a:srgbClr val="48156E"/>
                </a:solidFill>
                <a:latin typeface="Poppins"/>
                <a:cs typeface="Poppins"/>
              </a:rPr>
              <a:t>Su celular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00">
                <a:solidFill>
                  <a:srgbClr val="5A5A66"/>
                </a:solidFill>
                <a:latin typeface="Poppins"/>
                <a:cs typeface="Poppins"/>
              </a:rPr>
              <a:t>Paga sin señal · vale firmado</a:t>
            </a:r>
          </a:p>
        </p:txBody>
      </p:sp>
      <p:sp>
        <p:nvSpPr>
          <p:cNvPr id="9065" name="Tarjeta Un agente"/>
          <p:cNvSpPr/>
          <p:nvPr/>
        </p:nvSpPr>
        <p:spPr>
          <a:xfrm>
            <a:off x="8096000" y="3150000"/>
            <a:ext cx="3400000" cy="115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66" name="Fondo bot"/>
          <p:cNvSpPr/>
          <p:nvPr/>
        </p:nvSpPr>
        <p:spPr>
          <a:xfrm>
            <a:off x="8276000" y="3400000"/>
            <a:ext cx="650000" cy="650000"/>
          </a:xfrm>
          <a:prstGeom prst="ellipse">
            <a:avLst/>
          </a:prstGeom>
          <a:solidFill>
            <a:srgbClr val="ECEEF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68" name="bot" descr="bot"/>
          <p:cNvPicPr>
            <a:picLocks noChangeAspect="1"/>
          </p:cNvPicPr>
          <p:nvPr/>
        </p:nvPicPr>
        <p:blipFill>
          <a:blip r:embed="rIdPg67"/>
          <a:stretch>
            <a:fillRect/>
          </a:stretch>
        </p:blipFill>
        <p:spPr>
          <a:xfrm>
            <a:off x="8432000" y="3556000"/>
            <a:ext cx="338000" cy="338000"/>
          </a:xfrm>
          <a:prstGeom prst="rect">
            <a:avLst/>
          </a:prstGeom>
        </p:spPr>
      </p:pic>
      <p:sp>
        <p:nvSpPr>
          <p:cNvPr id="9069" name="Un agente"/>
          <p:cNvSpPr txBox="1"/>
          <p:nvPr/>
        </p:nvSpPr>
        <p:spPr>
          <a:xfrm>
            <a:off x="9106000" y="3150000"/>
            <a:ext cx="224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700" b="1">
                <a:solidFill>
                  <a:srgbClr val="48156E"/>
                </a:solidFill>
                <a:latin typeface="Poppins"/>
                <a:cs typeface="Poppins"/>
              </a:rPr>
              <a:t>Un agente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00">
                <a:solidFill>
                  <a:srgbClr val="5A5A66"/>
                </a:solidFill>
                <a:latin typeface="Poppins"/>
                <a:cs typeface="Poppins"/>
              </a:rPr>
              <a:t>Compra por ella, por SMS</a:t>
            </a:r>
          </a:p>
        </p:txBody>
      </p:sp>
      <p:sp>
        <p:nvSpPr>
          <p:cNvPr id="9070" name="El gateway revisa cada pago: tope, categoría y PIN"/>
          <p:cNvSpPr/>
          <p:nvPr/>
        </p:nvSpPr>
        <p:spPr>
          <a:xfrm>
            <a:off x="950000" y="4650000"/>
            <a:ext cx="4850000" cy="720000"/>
          </a:xfrm>
          <a:prstGeom prst="roundRect">
            <a:avLst>
              <a:gd name="adj" fmla="val 50000"/>
            </a:avLst>
          </a:prstGeom>
          <a:solidFill>
            <a:srgbClr val="ECEEF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71" name="Fondo shield-check"/>
          <p:cNvSpPr/>
          <p:nvPr/>
        </p:nvSpPr>
        <p:spPr>
          <a:xfrm>
            <a:off x="1070000" y="4750000"/>
            <a:ext cx="520000" cy="52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73" name="shield-check" descr="shield-check"/>
          <p:cNvPicPr>
            <a:picLocks noChangeAspect="1"/>
          </p:cNvPicPr>
          <p:nvPr/>
        </p:nvPicPr>
        <p:blipFill>
          <a:blip r:embed="rIdPg72"/>
          <a:stretch>
            <a:fillRect/>
          </a:stretch>
        </p:blipFill>
        <p:spPr>
          <a:xfrm>
            <a:off x="1194800" y="4874800"/>
            <a:ext cx="270400" cy="270400"/>
          </a:xfrm>
          <a:prstGeom prst="rect">
            <a:avLst/>
          </a:prstGeom>
        </p:spPr>
      </p:pic>
      <p:sp>
        <p:nvSpPr>
          <p:cNvPr id="9074" name="El gateway revisa cada pago: tope, categoría y PIN texto"/>
          <p:cNvSpPr txBox="1"/>
          <p:nvPr/>
        </p:nvSpPr>
        <p:spPr>
          <a:xfrm>
            <a:off x="1700000" y="4650000"/>
            <a:ext cx="400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350" b="1">
                <a:solidFill>
                  <a:srgbClr val="48156E"/>
                </a:solidFill>
                <a:latin typeface="Poppins"/>
                <a:cs typeface="Poppins"/>
              </a:rPr>
              <a:t>El gateway revisa cada pago: tope, categoría y PIN</a:t>
            </a:r>
          </a:p>
        </p:txBody>
      </p:sp>
      <p:sp>
        <p:nvSpPr>
          <p:cNvPr id="9075" name="El dinero va directo de Juan a la tienda"/>
          <p:cNvSpPr/>
          <p:nvPr/>
        </p:nvSpPr>
        <p:spPr>
          <a:xfrm>
            <a:off x="6400000" y="4650000"/>
            <a:ext cx="4850000" cy="720000"/>
          </a:xfrm>
          <a:prstGeom prst="roundRect">
            <a:avLst>
              <a:gd name="adj" fmla="val 50000"/>
            </a:avLst>
          </a:prstGeom>
          <a:solidFill>
            <a:srgbClr val="ECEEF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76" name="Fondo send"/>
          <p:cNvSpPr/>
          <p:nvPr/>
        </p:nvSpPr>
        <p:spPr>
          <a:xfrm>
            <a:off x="6520000" y="4750000"/>
            <a:ext cx="520000" cy="52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78" name="send" descr="send"/>
          <p:cNvPicPr>
            <a:picLocks noChangeAspect="1"/>
          </p:cNvPicPr>
          <p:nvPr/>
        </p:nvPicPr>
        <p:blipFill>
          <a:blip r:embed="rIdPg77"/>
          <a:stretch>
            <a:fillRect/>
          </a:stretch>
        </p:blipFill>
        <p:spPr>
          <a:xfrm>
            <a:off x="6644800" y="4874800"/>
            <a:ext cx="270400" cy="270400"/>
          </a:xfrm>
          <a:prstGeom prst="rect">
            <a:avLst/>
          </a:prstGeom>
        </p:spPr>
      </p:pic>
      <p:sp>
        <p:nvSpPr>
          <p:cNvPr id="9079" name="El dinero va directo de Juan a la tienda texto"/>
          <p:cNvSpPr txBox="1"/>
          <p:nvPr/>
        </p:nvSpPr>
        <p:spPr>
          <a:xfrm>
            <a:off x="7150000" y="4650000"/>
            <a:ext cx="400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350" b="1">
                <a:solidFill>
                  <a:srgbClr val="48156E"/>
                </a:solidFill>
                <a:latin typeface="Poppins"/>
                <a:cs typeface="Poppins"/>
              </a:rPr>
              <a:t>El dinero va directo de Juan a la tienda</a:t>
            </a:r>
          </a:p>
        </p:txBody>
      </p:sp>
      <p:sp>
        <p:nvSpPr>
          <p:cNvPr id="9080" name="Flecha"/>
          <p:cNvSpPr/>
          <p:nvPr/>
        </p:nvSpPr>
        <p:spPr>
          <a:xfrm>
            <a:off x="5936000" y="4900000"/>
            <a:ext cx="320000" cy="220000"/>
          </a:xfrm>
          <a:prstGeom prst="rightArrow">
            <a:avLst/>
          </a:prstGeom>
          <a:solidFill>
            <a:srgbClr val="6F7BE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</p:spTree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0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19"/>
          <p:cNvSpPr txBox="1"/>
          <p:nvPr>
            <p:ph idx="1" type="body"/>
          </p:nvPr>
        </p:nvSpPr>
        <p:spPr>
          <a:xfrm>
            <a:off x="6505625" y="1814321"/>
            <a:ext cx="4946100" cy="22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</a:pPr>
            <a:r>
              <a:rPr lang="en-MY"/>
              <a:t>DEMO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</a:pPr>
            <a:r>
              <a:rPr lang="en-MY"/>
              <a:t>EN VIVO</a:t>
            </a:r>
            <a:endParaRPr/>
          </a:p>
        </p:txBody>
      </p:sp>
      <p:sp>
        <p:nvSpPr>
          <p:cNvPr id="9162" name="Fondo QR"/>
          <p:cNvSpPr/>
          <p:nvPr/>
        </p:nvSpPr>
        <p:spPr>
          <a:xfrm>
            <a:off x="1860000" y="944000"/>
            <a:ext cx="3740000" cy="37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64" name="QR a paygent.up.railway.app" descr="QR a paygent.up.railway.app"/>
          <p:cNvPicPr>
            <a:picLocks noChangeAspect="1"/>
          </p:cNvPicPr>
          <p:nvPr/>
        </p:nvPicPr>
        <p:blipFill>
          <a:blip r:embed="rIdPg163"/>
          <a:stretch>
            <a:fillRect/>
          </a:stretch>
        </p:blipFill>
        <p:spPr>
          <a:xfrm>
            <a:off x="1970000" y="1054000"/>
            <a:ext cx="3520000" cy="3520000"/>
          </a:xfrm>
          <a:prstGeom prst="rect">
            <a:avLst/>
          </a:prstGeom>
        </p:spPr>
      </p:pic>
      <p:sp>
        <p:nvSpPr>
          <p:cNvPr id="9165" name="Enlaces"/>
          <p:cNvSpPr txBox="1"/>
          <p:nvPr/>
        </p:nvSpPr>
        <p:spPr>
          <a:xfrm>
            <a:off x="6550000" y="3850000"/>
            <a:ext cx="5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2000" b="1">
                <a:solidFill>
                  <a:srgbClr val="FFFFFF"/>
                </a:solidFill>
                <a:latin typeface="Poppins"/>
                <a:cs typeface="Poppins"/>
              </a:rPr>
              <a:t>paygent.up.railway.app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500">
                <a:solidFill>
                  <a:srgbClr val="FFFFFF"/>
                </a:solidFill>
                <a:latin typeface="Poppins"/>
                <a:cs typeface="Poppins"/>
              </a:rPr>
              <a:t>github.com/luisseoanes/paygent</a:t>
            </a:r>
          </a:p>
        </p:txBody>
      </p:sp>
    </p:spTree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20"/>
          <p:cNvSpPr txBox="1"/>
          <p:nvPr>
            <p:ph idx="1" type="body"/>
          </p:nvPr>
        </p:nvSpPr>
        <p:spPr>
          <a:xfrm>
            <a:off x="6082625" y="1010298"/>
            <a:ext cx="5329200" cy="38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MY"/>
              <a:t>Un permiso. Muchas manos. Cualquier señal.</a:t>
            </a:r>
          </a:p>
        </p:txBody>
      </p:sp>
    </p:spTree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18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</a:pPr>
            <a:r>
              <a:rPr lang="en-MY"/>
              <a:t>La vida de un pago, de la firma a la libreta</a:t>
            </a:r>
          </a:p>
        </p:txBody>
      </p:sp>
      <p:sp>
        <p:nvSpPr>
          <p:cNvPr id="685" name="Google Shape;685;p18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MY"/>
              <a:t>CÓMO FUNCIONA</a:t>
            </a:r>
          </a:p>
        </p:txBody>
      </p:sp>
      <p:pic>
        <p:nvPicPr>
          <p:cNvPr id="9082" name="Diagrama: la vida de un pago" descr="Diagrama: la vida de un pago"/>
          <p:cNvPicPr>
            <a:picLocks noChangeAspect="1"/>
          </p:cNvPicPr>
          <p:nvPr/>
        </p:nvPicPr>
        <p:blipFill>
          <a:blip r:embed="rIdPg81"/>
          <a:stretch>
            <a:fillRect/>
          </a:stretch>
        </p:blipFill>
        <p:spPr>
          <a:xfrm>
            <a:off x="400000" y="1550629"/>
            <a:ext cx="11392000" cy="4348742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18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</a:pPr>
            <a:r>
              <a:rPr lang="en-MY"/>
              <a:t>La misma rama paga como pueda: con datos, sin señal o por SMS</a:t>
            </a:r>
          </a:p>
        </p:txBody>
      </p:sp>
      <p:sp>
        <p:nvSpPr>
          <p:cNvPr id="685" name="Google Shape;685;p18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MY"/>
              <a:t>ASÍ SE VE</a:t>
            </a:r>
          </a:p>
        </p:txBody>
      </p:sp>
      <p:sp>
        <p:nvSpPr>
          <p:cNvPr id="9083" name="Marco Con datos"/>
          <p:cNvSpPr/>
          <p:nvPr/>
        </p:nvSpPr>
        <p:spPr>
          <a:xfrm>
            <a:off x="1575112" y="1480000"/>
            <a:ext cx="1641777" cy="3390000"/>
          </a:xfrm>
          <a:prstGeom prst="roundRect">
            <a:avLst>
              <a:gd name="adj" fmla="val 13000"/>
            </a:avLst>
          </a:prstGeom>
          <a:solidFill>
            <a:srgbClr val="17171C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85" name="Con datos" descr="Con datos"/>
          <p:cNvPicPr>
            <a:picLocks noChangeAspect="1"/>
          </p:cNvPicPr>
          <p:nvPr/>
        </p:nvPicPr>
        <p:blipFill>
          <a:blip r:embed="rIdPg84"/>
          <a:stretch>
            <a:fillRect/>
          </a:stretch>
        </p:blipFill>
        <p:spPr>
          <a:xfrm>
            <a:off x="1645112" y="1550000"/>
            <a:ext cx="1501777" cy="3250000"/>
          </a:xfrm>
          <a:prstGeom prst="rect">
            <a:avLst/>
          </a:prstGeom>
        </p:spPr>
      </p:pic>
      <p:sp>
        <p:nvSpPr>
          <p:cNvPr id="9086" name="Con datos pie"/>
          <p:cNvSpPr txBox="1"/>
          <p:nvPr/>
        </p:nvSpPr>
        <p:spPr>
          <a:xfrm>
            <a:off x="796000" y="4950000"/>
            <a:ext cx="32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800" b="1">
                <a:solidFill>
                  <a:srgbClr val="48156E"/>
                </a:solidFill>
                <a:latin typeface="Poppins"/>
                <a:cs typeface="Poppins"/>
              </a:rPr>
              <a:t>Con datos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200">
                <a:solidFill>
                  <a:srgbClr val="5A5A66"/>
                </a:solidFill>
                <a:latin typeface="Poppins"/>
                <a:cs typeface="Poppins"/>
              </a:rPr>
              <a:t>Su saldo y sus formas de pagar</a:t>
            </a:r>
          </a:p>
        </p:txBody>
      </p:sp>
      <p:sp>
        <p:nvSpPr>
          <p:cNvPr id="9087" name="Marco Sin señal"/>
          <p:cNvSpPr/>
          <p:nvPr/>
        </p:nvSpPr>
        <p:spPr>
          <a:xfrm>
            <a:off x="5275112" y="1480000"/>
            <a:ext cx="1641777" cy="3390000"/>
          </a:xfrm>
          <a:prstGeom prst="roundRect">
            <a:avLst>
              <a:gd name="adj" fmla="val 13000"/>
            </a:avLst>
          </a:prstGeom>
          <a:solidFill>
            <a:srgbClr val="17171C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89" name="Sin señal" descr="Sin señal"/>
          <p:cNvPicPr>
            <a:picLocks noChangeAspect="1"/>
          </p:cNvPicPr>
          <p:nvPr/>
        </p:nvPicPr>
        <p:blipFill>
          <a:blip r:embed="rIdPg88"/>
          <a:stretch>
            <a:fillRect/>
          </a:stretch>
        </p:blipFill>
        <p:spPr>
          <a:xfrm>
            <a:off x="5345112" y="1550000"/>
            <a:ext cx="1501777" cy="3250000"/>
          </a:xfrm>
          <a:prstGeom prst="rect">
            <a:avLst/>
          </a:prstGeom>
        </p:spPr>
      </p:pic>
      <p:sp>
        <p:nvSpPr>
          <p:cNvPr id="9090" name="Sin señal pie"/>
          <p:cNvSpPr txBox="1"/>
          <p:nvPr/>
        </p:nvSpPr>
        <p:spPr>
          <a:xfrm>
            <a:off x="4496000" y="4950000"/>
            <a:ext cx="32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800" b="1">
                <a:solidFill>
                  <a:srgbClr val="48156E"/>
                </a:solidFill>
                <a:latin typeface="Poppins"/>
                <a:cs typeface="Poppins"/>
              </a:rPr>
              <a:t>Sin señal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200">
                <a:solidFill>
                  <a:srgbClr val="5A5A66"/>
                </a:solidFill>
                <a:latin typeface="Poppins"/>
                <a:cs typeface="Poppins"/>
              </a:rPr>
              <a:t>Vale QR firmado, se verifica offline</a:t>
            </a:r>
          </a:p>
        </p:txBody>
      </p:sp>
      <p:sp>
        <p:nvSpPr>
          <p:cNvPr id="9091" name="Marco Por SMS"/>
          <p:cNvSpPr/>
          <p:nvPr/>
        </p:nvSpPr>
        <p:spPr>
          <a:xfrm>
            <a:off x="8975112" y="1480000"/>
            <a:ext cx="1641777" cy="3390000"/>
          </a:xfrm>
          <a:prstGeom prst="roundRect">
            <a:avLst>
              <a:gd name="adj" fmla="val 13000"/>
            </a:avLst>
          </a:prstGeom>
          <a:solidFill>
            <a:srgbClr val="17171C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93" name="Por SMS" descr="Por SMS"/>
          <p:cNvPicPr>
            <a:picLocks noChangeAspect="1"/>
          </p:cNvPicPr>
          <p:nvPr/>
        </p:nvPicPr>
        <p:blipFill>
          <a:blip r:embed="rIdPg92"/>
          <a:stretch>
            <a:fillRect/>
          </a:stretch>
        </p:blipFill>
        <p:spPr>
          <a:xfrm>
            <a:off x="9045112" y="1550000"/>
            <a:ext cx="1501777" cy="3250000"/>
          </a:xfrm>
          <a:prstGeom prst="rect">
            <a:avLst/>
          </a:prstGeom>
        </p:spPr>
      </p:pic>
      <p:sp>
        <p:nvSpPr>
          <p:cNvPr id="9094" name="Por SMS pie"/>
          <p:cNvSpPr txBox="1"/>
          <p:nvPr/>
        </p:nvSpPr>
        <p:spPr>
          <a:xfrm>
            <a:off x="8196000" y="4950000"/>
            <a:ext cx="32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800" b="1">
                <a:solidFill>
                  <a:srgbClr val="48156E"/>
                </a:solidFill>
                <a:latin typeface="Poppins"/>
                <a:cs typeface="Poppins"/>
              </a:rPr>
              <a:t>Por SMS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200">
                <a:solidFill>
                  <a:srgbClr val="5A5A66"/>
                </a:solidFill>
                <a:latin typeface="Poppins"/>
                <a:cs typeface="Poppins"/>
              </a:rPr>
              <a:t>Le escribe a su agente y confirma con PIN</a:t>
            </a:r>
          </a:p>
        </p:txBody>
      </p:sp>
    </p:spTree>
  </p:cSld>
  <p:clrMapOvr>
    <a:masterClrMapping/>
  </p:clrMapOvr>
  <p:transition spd="slow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18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</a:pPr>
            <a:r>
              <a:rPr lang="en-MY"/>
              <a:t>Valor para quien paga, quien recibe y quien vende</a:t>
            </a:r>
          </a:p>
        </p:txBody>
      </p:sp>
      <p:sp>
        <p:nvSpPr>
          <p:cNvPr id="685" name="Google Shape;685;p18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MY"/>
              <a:t>POR QUÉ ES IMPORTANTE</a:t>
            </a:r>
          </a:p>
        </p:txBody>
      </p:sp>
      <p:sp>
        <p:nvSpPr>
          <p:cNvPr id="9095" name="Tarjeta Llega a la vereda"/>
          <p:cNvSpPr/>
          <p:nvPr/>
        </p:nvSpPr>
        <p:spPr>
          <a:xfrm>
            <a:off x="600000" y="1650000"/>
            <a:ext cx="3450000" cy="175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96" name="Fondo map-pin"/>
          <p:cNvSpPr/>
          <p:nvPr/>
        </p:nvSpPr>
        <p:spPr>
          <a:xfrm>
            <a:off x="780000" y="2125000"/>
            <a:ext cx="800000" cy="80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98" name="map-pin" descr="map-pin"/>
          <p:cNvPicPr>
            <a:picLocks noChangeAspect="1"/>
          </p:cNvPicPr>
          <p:nvPr/>
        </p:nvPicPr>
        <p:blipFill>
          <a:blip r:embed="rIdPg97"/>
          <a:stretch>
            <a:fillRect/>
          </a:stretch>
        </p:blipFill>
        <p:spPr>
          <a:xfrm>
            <a:off x="972000" y="2317000"/>
            <a:ext cx="416000" cy="416000"/>
          </a:xfrm>
          <a:prstGeom prst="rect">
            <a:avLst/>
          </a:prstGeom>
        </p:spPr>
      </p:pic>
      <p:sp>
        <p:nvSpPr>
          <p:cNvPr id="9099" name="Llega a la vereda"/>
          <p:cNvSpPr txBox="1"/>
          <p:nvPr/>
        </p:nvSpPr>
        <p:spPr>
          <a:xfrm>
            <a:off x="1760000" y="1650000"/>
            <a:ext cx="2140000" cy="175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700" b="1">
                <a:solidFill>
                  <a:srgbClr val="48156E"/>
                </a:solidFill>
                <a:latin typeface="Poppins"/>
                <a:cs typeface="Poppins"/>
              </a:rPr>
              <a:t>Llega a la vereda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00">
                <a:solidFill>
                  <a:srgbClr val="5A5A66"/>
                </a:solidFill>
                <a:latin typeface="Poppins"/>
                <a:cs typeface="Poppins"/>
              </a:rPr>
              <a:t>Con datos, sin señal o desde un celular de teclas</a:t>
            </a:r>
          </a:p>
        </p:txBody>
      </p:sp>
      <p:sp>
        <p:nvSpPr>
          <p:cNvPr id="9100" name="Tarjeta Quien paga decide"/>
          <p:cNvSpPr/>
          <p:nvPr/>
        </p:nvSpPr>
        <p:spPr>
          <a:xfrm>
            <a:off x="4300000" y="1650000"/>
            <a:ext cx="3450000" cy="175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101" name="Fondo sliders-horizontal"/>
          <p:cNvSpPr/>
          <p:nvPr/>
        </p:nvSpPr>
        <p:spPr>
          <a:xfrm>
            <a:off x="4480000" y="2125000"/>
            <a:ext cx="800000" cy="800000"/>
          </a:xfrm>
          <a:prstGeom prst="ellipse">
            <a:avLst/>
          </a:prstGeom>
          <a:solidFill>
            <a:srgbClr val="EEE6F5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03" name="sliders-horizontal" descr="sliders-horizontal"/>
          <p:cNvPicPr>
            <a:picLocks noChangeAspect="1"/>
          </p:cNvPicPr>
          <p:nvPr/>
        </p:nvPicPr>
        <p:blipFill>
          <a:blip r:embed="rIdPg102"/>
          <a:stretch>
            <a:fillRect/>
          </a:stretch>
        </p:blipFill>
        <p:spPr>
          <a:xfrm>
            <a:off x="4672000" y="2317000"/>
            <a:ext cx="416000" cy="416000"/>
          </a:xfrm>
          <a:prstGeom prst="rect">
            <a:avLst/>
          </a:prstGeom>
        </p:spPr>
      </p:pic>
      <p:sp>
        <p:nvSpPr>
          <p:cNvPr id="9104" name="Quien paga decide"/>
          <p:cNvSpPr txBox="1"/>
          <p:nvPr/>
        </p:nvSpPr>
        <p:spPr>
          <a:xfrm>
            <a:off x="5460000" y="1650000"/>
            <a:ext cx="2140000" cy="175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700" b="1">
                <a:solidFill>
                  <a:srgbClr val="48156E"/>
                </a:solidFill>
                <a:latin typeface="Poppins"/>
                <a:cs typeface="Poppins"/>
              </a:rPr>
              <a:t>Quien paga decide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00">
                <a:solidFill>
                  <a:srgbClr val="5A5A66"/>
                </a:solidFill>
                <a:latin typeface="Poppins"/>
                <a:cs typeface="Poppins"/>
              </a:rPr>
              <a:t>Topes, categorías y revocar una rama al instante</a:t>
            </a:r>
          </a:p>
        </p:txBody>
      </p:sp>
      <p:sp>
        <p:nvSpPr>
          <p:cNvPr id="9105" name="Tarjeta Nadie guarda el dinero"/>
          <p:cNvSpPr/>
          <p:nvPr/>
        </p:nvSpPr>
        <p:spPr>
          <a:xfrm>
            <a:off x="8000000" y="1650000"/>
            <a:ext cx="3450000" cy="175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106" name="Fondo lock"/>
          <p:cNvSpPr/>
          <p:nvPr/>
        </p:nvSpPr>
        <p:spPr>
          <a:xfrm>
            <a:off x="8180000" y="2125000"/>
            <a:ext cx="800000" cy="800000"/>
          </a:xfrm>
          <a:prstGeom prst="ellipse">
            <a:avLst/>
          </a:prstGeom>
          <a:solidFill>
            <a:srgbClr val="ECEEF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08" name="lock" descr="lock"/>
          <p:cNvPicPr>
            <a:picLocks noChangeAspect="1"/>
          </p:cNvPicPr>
          <p:nvPr/>
        </p:nvPicPr>
        <p:blipFill>
          <a:blip r:embed="rIdPg107"/>
          <a:stretch>
            <a:fillRect/>
          </a:stretch>
        </p:blipFill>
        <p:spPr>
          <a:xfrm>
            <a:off x="8372000" y="2317000"/>
            <a:ext cx="416000" cy="416000"/>
          </a:xfrm>
          <a:prstGeom prst="rect">
            <a:avLst/>
          </a:prstGeom>
        </p:spPr>
      </p:pic>
      <p:sp>
        <p:nvSpPr>
          <p:cNvPr id="9109" name="Nadie guarda el dinero"/>
          <p:cNvSpPr txBox="1"/>
          <p:nvPr/>
        </p:nvSpPr>
        <p:spPr>
          <a:xfrm>
            <a:off x="9160000" y="1650000"/>
            <a:ext cx="2140000" cy="175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700" b="1">
                <a:solidFill>
                  <a:srgbClr val="48156E"/>
                </a:solidFill>
                <a:latin typeface="Poppins"/>
                <a:cs typeface="Poppins"/>
              </a:rPr>
              <a:t>Nadie guarda el dinero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00">
                <a:solidFill>
                  <a:srgbClr val="5A5A66"/>
                </a:solidFill>
                <a:latin typeface="Poppins"/>
                <a:cs typeface="Poppins"/>
              </a:rPr>
              <a:t>Va directo de la wallet de Juan a la tienda</a:t>
            </a:r>
          </a:p>
        </p:txBody>
      </p:sp>
      <p:sp>
        <p:nvSpPr>
          <p:cNvPr id="9110" name="Tarjeta IA con límites"/>
          <p:cNvSpPr/>
          <p:nvPr/>
        </p:nvSpPr>
        <p:spPr>
          <a:xfrm>
            <a:off x="600000" y="3700000"/>
            <a:ext cx="3450000" cy="175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111" name="Fondo bot"/>
          <p:cNvSpPr/>
          <p:nvPr/>
        </p:nvSpPr>
        <p:spPr>
          <a:xfrm>
            <a:off x="780000" y="4175000"/>
            <a:ext cx="800000" cy="800000"/>
          </a:xfrm>
          <a:prstGeom prst="ellipse">
            <a:avLst/>
          </a:prstGeom>
          <a:solidFill>
            <a:srgbClr val="FFF0D9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13" name="bot" descr="bot"/>
          <p:cNvPicPr>
            <a:picLocks noChangeAspect="1"/>
          </p:cNvPicPr>
          <p:nvPr/>
        </p:nvPicPr>
        <p:blipFill>
          <a:blip r:embed="rIdPg112"/>
          <a:stretch>
            <a:fillRect/>
          </a:stretch>
        </p:blipFill>
        <p:spPr>
          <a:xfrm>
            <a:off x="972000" y="4367000"/>
            <a:ext cx="416000" cy="416000"/>
          </a:xfrm>
          <a:prstGeom prst="rect">
            <a:avLst/>
          </a:prstGeom>
        </p:spPr>
      </p:pic>
      <p:sp>
        <p:nvSpPr>
          <p:cNvPr id="9114" name="IA con límites"/>
          <p:cNvSpPr txBox="1"/>
          <p:nvPr/>
        </p:nvSpPr>
        <p:spPr>
          <a:xfrm>
            <a:off x="1760000" y="3700000"/>
            <a:ext cx="2140000" cy="175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700" b="1">
                <a:solidFill>
                  <a:srgbClr val="48156E"/>
                </a:solidFill>
                <a:latin typeface="Poppins"/>
                <a:cs typeface="Poppins"/>
              </a:rPr>
              <a:t>IA con límites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00">
                <a:solidFill>
                  <a:srgbClr val="5A5A66"/>
                </a:solidFill>
                <a:latin typeface="Poppins"/>
                <a:cs typeface="Poppins"/>
              </a:rPr>
              <a:t>El agente paga solo dentro de su rama</a:t>
            </a:r>
          </a:p>
        </p:txBody>
      </p:sp>
      <p:sp>
        <p:nvSpPr>
          <p:cNvPr id="9115" name="Tarjeta El tendero no necesita wallet"/>
          <p:cNvSpPr/>
          <p:nvPr/>
        </p:nvSpPr>
        <p:spPr>
          <a:xfrm>
            <a:off x="4300000" y="3700000"/>
            <a:ext cx="3450000" cy="175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116" name="Fondo store"/>
          <p:cNvSpPr/>
          <p:nvPr/>
        </p:nvSpPr>
        <p:spPr>
          <a:xfrm>
            <a:off x="4480000" y="4175000"/>
            <a:ext cx="800000" cy="80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18" name="store" descr="store"/>
          <p:cNvPicPr>
            <a:picLocks noChangeAspect="1"/>
          </p:cNvPicPr>
          <p:nvPr/>
        </p:nvPicPr>
        <p:blipFill>
          <a:blip r:embed="rIdPg117"/>
          <a:stretch>
            <a:fillRect/>
          </a:stretch>
        </p:blipFill>
        <p:spPr>
          <a:xfrm>
            <a:off x="4672000" y="4367000"/>
            <a:ext cx="416000" cy="416000"/>
          </a:xfrm>
          <a:prstGeom prst="rect">
            <a:avLst/>
          </a:prstGeom>
        </p:spPr>
      </p:pic>
      <p:sp>
        <p:nvSpPr>
          <p:cNvPr id="9119" name="El tendero no necesita wallet"/>
          <p:cNvSpPr txBox="1"/>
          <p:nvPr/>
        </p:nvSpPr>
        <p:spPr>
          <a:xfrm>
            <a:off x="5460000" y="3700000"/>
            <a:ext cx="2140000" cy="175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700" b="1">
                <a:solidFill>
                  <a:srgbClr val="48156E"/>
                </a:solidFill>
                <a:latin typeface="Poppins"/>
                <a:cs typeface="Poppins"/>
              </a:rPr>
              <a:t>El tendero no necesita wallet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00">
                <a:solidFill>
                  <a:srgbClr val="5A5A66"/>
                </a:solidFill>
                <a:latin typeface="Poppins"/>
                <a:cs typeface="Poppins"/>
              </a:rPr>
              <a:t>Cobra por Puntored a su llave Bre-B</a:t>
            </a:r>
          </a:p>
        </p:txBody>
      </p:sp>
      <p:sp>
        <p:nvSpPr>
          <p:cNvPr id="9120" name="Tarjeta Abierto"/>
          <p:cNvSpPr/>
          <p:nvPr/>
        </p:nvSpPr>
        <p:spPr>
          <a:xfrm>
            <a:off x="8000000" y="3700000"/>
            <a:ext cx="3450000" cy="175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121" name="Fondo globe"/>
          <p:cNvSpPr/>
          <p:nvPr/>
        </p:nvSpPr>
        <p:spPr>
          <a:xfrm>
            <a:off x="8180000" y="4175000"/>
            <a:ext cx="800000" cy="800000"/>
          </a:xfrm>
          <a:prstGeom prst="ellipse">
            <a:avLst/>
          </a:prstGeom>
          <a:solidFill>
            <a:srgbClr val="EEE6F5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23" name="globe" descr="globe"/>
          <p:cNvPicPr>
            <a:picLocks noChangeAspect="1"/>
          </p:cNvPicPr>
          <p:nvPr/>
        </p:nvPicPr>
        <p:blipFill>
          <a:blip r:embed="rIdPg122"/>
          <a:stretch>
            <a:fillRect/>
          </a:stretch>
        </p:blipFill>
        <p:spPr>
          <a:xfrm>
            <a:off x="8372000" y="4367000"/>
            <a:ext cx="416000" cy="416000"/>
          </a:xfrm>
          <a:prstGeom prst="rect">
            <a:avLst/>
          </a:prstGeom>
        </p:spPr>
      </p:pic>
      <p:sp>
        <p:nvSpPr>
          <p:cNvPr id="9124" name="Abierto"/>
          <p:cNvSpPr txBox="1"/>
          <p:nvPr/>
        </p:nvSpPr>
        <p:spPr>
          <a:xfrm>
            <a:off x="9160000" y="3700000"/>
            <a:ext cx="2140000" cy="175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700" b="1">
                <a:solidFill>
                  <a:srgbClr val="48156E"/>
                </a:solidFill>
                <a:latin typeface="Poppins"/>
                <a:cs typeface="Poppins"/>
              </a:rPr>
              <a:t>Abierto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00">
                <a:solidFill>
                  <a:srgbClr val="5A5A66"/>
                </a:solidFill>
                <a:latin typeface="Poppins"/>
                <a:cs typeface="Poppins"/>
              </a:rPr>
              <a:t>Sobre Open Payments, no en una red cerrada</a:t>
            </a:r>
          </a:p>
        </p:txBody>
      </p:sp>
    </p:spTree>
  </p:cSld>
  <p:clrMapOvr>
    <a:masterClrMapping/>
  </p:clrMapOvr>
  <p:transition spd="slow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18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</a:pPr>
            <a:r>
              <a:rPr lang="en-MY"/>
              <a:t>Un permiso una vez; después, cada pago es real</a:t>
            </a:r>
          </a:p>
        </p:txBody>
      </p:sp>
      <p:sp>
        <p:nvSpPr>
          <p:cNvPr id="685" name="Google Shape;685;p18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MY"/>
              <a:t>CÓMO USAMOS OPEN PAYMENTS</a:t>
            </a:r>
          </a:p>
        </p:txBody>
      </p:sp>
      <p:sp>
        <p:nvSpPr>
          <p:cNvPr id="9125" name="UNA VEZ"/>
          <p:cNvSpPr txBox="1"/>
          <p:nvPr/>
        </p:nvSpPr>
        <p:spPr>
          <a:xfrm>
            <a:off x="450000" y="1780000"/>
            <a:ext cx="15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300" b="1">
                <a:solidFill>
                  <a:srgbClr val="48156E"/>
                </a:solidFill>
                <a:latin typeface="Poppins"/>
                <a:cs typeface="Poppins"/>
              </a:rPr>
              <a:t>UNA VEZ</a:t>
            </a:r>
          </a:p>
        </p:txBody>
      </p:sp>
      <p:sp>
        <p:nvSpPr>
          <p:cNvPr id="9126" name="Fondo file-key"/>
          <p:cNvSpPr/>
          <p:nvPr/>
        </p:nvSpPr>
        <p:spPr>
          <a:xfrm>
            <a:off x="3142000" y="1550000"/>
            <a:ext cx="780000" cy="780000"/>
          </a:xfrm>
          <a:prstGeom prst="ellipse">
            <a:avLst/>
          </a:prstGeom>
          <a:solidFill>
            <a:srgbClr val="EEE6F5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28" name="file-key" descr="file-key"/>
          <p:cNvPicPr>
            <a:picLocks noChangeAspect="1"/>
          </p:cNvPicPr>
          <p:nvPr/>
        </p:nvPicPr>
        <p:blipFill>
          <a:blip r:embed="rIdPg127"/>
          <a:stretch>
            <a:fillRect/>
          </a:stretch>
        </p:blipFill>
        <p:spPr>
          <a:xfrm>
            <a:off x="3329200" y="1737200"/>
            <a:ext cx="405600" cy="405600"/>
          </a:xfrm>
          <a:prstGeom prst="rect">
            <a:avLst/>
          </a:prstGeom>
        </p:spPr>
      </p:pic>
      <p:sp>
        <p:nvSpPr>
          <p:cNvPr id="9129" name="Grant GNAP"/>
          <p:cNvSpPr txBox="1"/>
          <p:nvPr/>
        </p:nvSpPr>
        <p:spPr>
          <a:xfrm>
            <a:off x="2125000" y="2530000"/>
            <a:ext cx="2814000" cy="1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500" b="1">
                <a:solidFill>
                  <a:srgbClr val="48156E"/>
                </a:solidFill>
                <a:latin typeface="Poppins"/>
                <a:cs typeface="Poppins"/>
              </a:rPr>
              <a:t>Grant GNAP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100">
                <a:solidFill>
                  <a:srgbClr val="5A5A66"/>
                </a:solidFill>
                <a:latin typeface="Poppins"/>
                <a:cs typeface="Poppins"/>
              </a:rPr>
              <a:t>debitAmount + interval</a:t>
            </a:r>
          </a:p>
        </p:txBody>
      </p:sp>
      <p:sp>
        <p:nvSpPr>
          <p:cNvPr id="9130" name="Flecha"/>
          <p:cNvSpPr/>
          <p:nvPr/>
        </p:nvSpPr>
        <p:spPr>
          <a:xfrm>
            <a:off x="4974000" y="1830000"/>
            <a:ext cx="380000" cy="220000"/>
          </a:xfrm>
          <a:prstGeom prst="rightArrow">
            <a:avLst/>
          </a:prstGeom>
          <a:solidFill>
            <a:srgbClr val="6F7BE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131" name="Fondo user-check"/>
          <p:cNvSpPr/>
          <p:nvPr/>
        </p:nvSpPr>
        <p:spPr>
          <a:xfrm>
            <a:off x="6406000" y="1550000"/>
            <a:ext cx="780000" cy="780000"/>
          </a:xfrm>
          <a:prstGeom prst="ellipse">
            <a:avLst/>
          </a:prstGeom>
          <a:solidFill>
            <a:srgbClr val="EEE6F5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33" name="user-check" descr="user-check"/>
          <p:cNvPicPr>
            <a:picLocks noChangeAspect="1"/>
          </p:cNvPicPr>
          <p:nvPr/>
        </p:nvPicPr>
        <p:blipFill>
          <a:blip r:embed="rIdPg132"/>
          <a:stretch>
            <a:fillRect/>
          </a:stretch>
        </p:blipFill>
        <p:spPr>
          <a:xfrm>
            <a:off x="6593200" y="1737200"/>
            <a:ext cx="405600" cy="405600"/>
          </a:xfrm>
          <a:prstGeom prst="rect">
            <a:avLst/>
          </a:prstGeom>
        </p:spPr>
      </p:pic>
      <p:sp>
        <p:nvSpPr>
          <p:cNvPr id="9134" name="Aprueba en su wallet"/>
          <p:cNvSpPr txBox="1"/>
          <p:nvPr/>
        </p:nvSpPr>
        <p:spPr>
          <a:xfrm>
            <a:off x="5389000" y="2530000"/>
            <a:ext cx="2814000" cy="1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500" b="1">
                <a:solidFill>
                  <a:srgbClr val="48156E"/>
                </a:solidFill>
                <a:latin typeface="Poppins"/>
                <a:cs typeface="Poppins"/>
              </a:rPr>
              <a:t>Aprueba en su wallet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100">
                <a:solidFill>
                  <a:srgbClr val="5A5A66"/>
                </a:solidFill>
                <a:latin typeface="Poppins"/>
                <a:cs typeface="Poppins"/>
              </a:rPr>
              <a:t>consentimiento interactivo</a:t>
            </a:r>
          </a:p>
        </p:txBody>
      </p:sp>
      <p:sp>
        <p:nvSpPr>
          <p:cNvPr id="9135" name="Flecha"/>
          <p:cNvSpPr/>
          <p:nvPr/>
        </p:nvSpPr>
        <p:spPr>
          <a:xfrm>
            <a:off x="8238000" y="1830000"/>
            <a:ext cx="380000" cy="220000"/>
          </a:xfrm>
          <a:prstGeom prst="rightArrow">
            <a:avLst/>
          </a:prstGeom>
          <a:solidFill>
            <a:srgbClr val="6F7BE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136" name="Fondo key-round"/>
          <p:cNvSpPr/>
          <p:nvPr/>
        </p:nvSpPr>
        <p:spPr>
          <a:xfrm>
            <a:off x="9670000" y="1550000"/>
            <a:ext cx="780000" cy="780000"/>
          </a:xfrm>
          <a:prstGeom prst="ellipse">
            <a:avLst/>
          </a:prstGeom>
          <a:solidFill>
            <a:srgbClr val="EEE6F5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38" name="key-round" descr="key-round"/>
          <p:cNvPicPr>
            <a:picLocks noChangeAspect="1"/>
          </p:cNvPicPr>
          <p:nvPr/>
        </p:nvPicPr>
        <p:blipFill>
          <a:blip r:embed="rIdPg137"/>
          <a:stretch>
            <a:fillRect/>
          </a:stretch>
        </p:blipFill>
        <p:spPr>
          <a:xfrm>
            <a:off x="9857200" y="1737200"/>
            <a:ext cx="405600" cy="405600"/>
          </a:xfrm>
          <a:prstGeom prst="rect">
            <a:avLst/>
          </a:prstGeom>
        </p:spPr>
      </p:pic>
      <p:sp>
        <p:nvSpPr>
          <p:cNvPr id="9139" name="Mandato raíz"/>
          <p:cNvSpPr txBox="1"/>
          <p:nvPr/>
        </p:nvSpPr>
        <p:spPr>
          <a:xfrm>
            <a:off x="8653000" y="2530000"/>
            <a:ext cx="2814000" cy="1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500" b="1">
                <a:solidFill>
                  <a:srgbClr val="48156E"/>
                </a:solidFill>
                <a:latin typeface="Poppins"/>
                <a:cs typeface="Poppins"/>
              </a:rPr>
              <a:t>Mandato raíz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100">
                <a:solidFill>
                  <a:srgbClr val="5A5A66"/>
                </a:solidFill>
                <a:latin typeface="Poppins"/>
                <a:cs typeface="Poppins"/>
              </a:rPr>
              <a:t>token con el tope</a:t>
            </a:r>
          </a:p>
        </p:txBody>
      </p:sp>
      <p:sp>
        <p:nvSpPr>
          <p:cNvPr id="9140" name="CADA PAGO"/>
          <p:cNvSpPr txBox="1"/>
          <p:nvPr/>
        </p:nvSpPr>
        <p:spPr>
          <a:xfrm>
            <a:off x="450000" y="3830000"/>
            <a:ext cx="15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300" b="1">
                <a:solidFill>
                  <a:srgbClr val="48156E"/>
                </a:solidFill>
                <a:latin typeface="Poppins"/>
                <a:cs typeface="Poppins"/>
              </a:rPr>
              <a:t>CADA PAGO</a:t>
            </a:r>
          </a:p>
        </p:txBody>
      </p:sp>
      <p:sp>
        <p:nvSpPr>
          <p:cNvPr id="9141" name="Fondo inbox"/>
          <p:cNvSpPr/>
          <p:nvPr/>
        </p:nvSpPr>
        <p:spPr>
          <a:xfrm>
            <a:off x="2734000" y="3600000"/>
            <a:ext cx="780000" cy="78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43" name="inbox" descr="inbox"/>
          <p:cNvPicPr>
            <a:picLocks noChangeAspect="1"/>
          </p:cNvPicPr>
          <p:nvPr/>
        </p:nvPicPr>
        <p:blipFill>
          <a:blip r:embed="rIdPg142"/>
          <a:stretch>
            <a:fillRect/>
          </a:stretch>
        </p:blipFill>
        <p:spPr>
          <a:xfrm>
            <a:off x="2921200" y="3787200"/>
            <a:ext cx="405600" cy="405600"/>
          </a:xfrm>
          <a:prstGeom prst="rect">
            <a:avLst/>
          </a:prstGeom>
        </p:spPr>
      </p:pic>
      <p:sp>
        <p:nvSpPr>
          <p:cNvPr id="9144" name="Incoming"/>
          <p:cNvSpPr txBox="1"/>
          <p:nvPr/>
        </p:nvSpPr>
        <p:spPr>
          <a:xfrm>
            <a:off x="2125000" y="4580000"/>
            <a:ext cx="1998000" cy="1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500" b="1">
                <a:solidFill>
                  <a:srgbClr val="48156E"/>
                </a:solidFill>
                <a:latin typeface="Poppins"/>
                <a:cs typeface="Poppins"/>
              </a:rPr>
              <a:t>Incoming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100">
                <a:solidFill>
                  <a:srgbClr val="5A5A66"/>
                </a:solidFill>
                <a:latin typeface="Poppins"/>
                <a:cs typeface="Poppins"/>
              </a:rPr>
              <a:t>en la wallet de la tienda</a:t>
            </a:r>
          </a:p>
        </p:txBody>
      </p:sp>
      <p:sp>
        <p:nvSpPr>
          <p:cNvPr id="9145" name="Flecha"/>
          <p:cNvSpPr/>
          <p:nvPr/>
        </p:nvSpPr>
        <p:spPr>
          <a:xfrm>
            <a:off x="4158000" y="3880000"/>
            <a:ext cx="380000" cy="220000"/>
          </a:xfrm>
          <a:prstGeom prst="rightArrow">
            <a:avLst/>
          </a:prstGeom>
          <a:solidFill>
            <a:srgbClr val="6F7BE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146" name="Fondo calculator"/>
          <p:cNvSpPr/>
          <p:nvPr/>
        </p:nvSpPr>
        <p:spPr>
          <a:xfrm>
            <a:off x="5182000" y="3600000"/>
            <a:ext cx="780000" cy="78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48" name="calculator" descr="calculator"/>
          <p:cNvPicPr>
            <a:picLocks noChangeAspect="1"/>
          </p:cNvPicPr>
          <p:nvPr/>
        </p:nvPicPr>
        <p:blipFill>
          <a:blip r:embed="rIdPg147"/>
          <a:stretch>
            <a:fillRect/>
          </a:stretch>
        </p:blipFill>
        <p:spPr>
          <a:xfrm>
            <a:off x="5369200" y="3787200"/>
            <a:ext cx="405600" cy="405600"/>
          </a:xfrm>
          <a:prstGeom prst="rect">
            <a:avLst/>
          </a:prstGeom>
        </p:spPr>
      </p:pic>
      <p:sp>
        <p:nvSpPr>
          <p:cNvPr id="9149" name="Quote"/>
          <p:cNvSpPr txBox="1"/>
          <p:nvPr/>
        </p:nvSpPr>
        <p:spPr>
          <a:xfrm>
            <a:off x="4573000" y="4580000"/>
            <a:ext cx="1998000" cy="1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500" b="1">
                <a:solidFill>
                  <a:srgbClr val="48156E"/>
                </a:solidFill>
                <a:latin typeface="Poppins"/>
                <a:cs typeface="Poppins"/>
              </a:rPr>
              <a:t>Quote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100">
                <a:solidFill>
                  <a:srgbClr val="5A5A66"/>
                </a:solidFill>
                <a:latin typeface="Poppins"/>
                <a:cs typeface="Poppins"/>
              </a:rPr>
              <a:t>el débito real</a:t>
            </a:r>
          </a:p>
        </p:txBody>
      </p:sp>
      <p:sp>
        <p:nvSpPr>
          <p:cNvPr id="9150" name="Flecha"/>
          <p:cNvSpPr/>
          <p:nvPr/>
        </p:nvSpPr>
        <p:spPr>
          <a:xfrm>
            <a:off x="6606000" y="3880000"/>
            <a:ext cx="380000" cy="220000"/>
          </a:xfrm>
          <a:prstGeom prst="rightArrow">
            <a:avLst/>
          </a:prstGeom>
          <a:solidFill>
            <a:srgbClr val="6F7BE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151" name="Fondo send"/>
          <p:cNvSpPr/>
          <p:nvPr/>
        </p:nvSpPr>
        <p:spPr>
          <a:xfrm>
            <a:off x="7630000" y="3600000"/>
            <a:ext cx="780000" cy="78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53" name="send" descr="send"/>
          <p:cNvPicPr>
            <a:picLocks noChangeAspect="1"/>
          </p:cNvPicPr>
          <p:nvPr/>
        </p:nvPicPr>
        <p:blipFill>
          <a:blip r:embed="rIdPg152"/>
          <a:stretch>
            <a:fillRect/>
          </a:stretch>
        </p:blipFill>
        <p:spPr>
          <a:xfrm>
            <a:off x="7817200" y="3787200"/>
            <a:ext cx="405600" cy="405600"/>
          </a:xfrm>
          <a:prstGeom prst="rect">
            <a:avLst/>
          </a:prstGeom>
        </p:spPr>
      </p:pic>
      <p:sp>
        <p:nvSpPr>
          <p:cNvPr id="9154" name="Outgoing"/>
          <p:cNvSpPr txBox="1"/>
          <p:nvPr/>
        </p:nvSpPr>
        <p:spPr>
          <a:xfrm>
            <a:off x="7021000" y="4580000"/>
            <a:ext cx="1998000" cy="1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500" b="1">
                <a:solidFill>
                  <a:srgbClr val="48156E"/>
                </a:solidFill>
                <a:latin typeface="Poppins"/>
                <a:cs typeface="Poppins"/>
              </a:rPr>
              <a:t>Outgoing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100">
                <a:solidFill>
                  <a:srgbClr val="5A5A66"/>
                </a:solidFill>
                <a:latin typeface="Poppins"/>
                <a:cs typeface="Poppins"/>
              </a:rPr>
              <a:t>con el token del titular</a:t>
            </a:r>
          </a:p>
        </p:txBody>
      </p:sp>
      <p:sp>
        <p:nvSpPr>
          <p:cNvPr id="9155" name="Flecha"/>
          <p:cNvSpPr/>
          <p:nvPr/>
        </p:nvSpPr>
        <p:spPr>
          <a:xfrm>
            <a:off x="9054000" y="3880000"/>
            <a:ext cx="380000" cy="220000"/>
          </a:xfrm>
          <a:prstGeom prst="rightArrow">
            <a:avLst/>
          </a:prstGeom>
          <a:solidFill>
            <a:srgbClr val="6F7BE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156" name="Fondo check-check"/>
          <p:cNvSpPr/>
          <p:nvPr/>
        </p:nvSpPr>
        <p:spPr>
          <a:xfrm>
            <a:off x="10078000" y="3600000"/>
            <a:ext cx="780000" cy="78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58" name="check-check" descr="check-check"/>
          <p:cNvPicPr>
            <a:picLocks noChangeAspect="1"/>
          </p:cNvPicPr>
          <p:nvPr/>
        </p:nvPicPr>
        <p:blipFill>
          <a:blip r:embed="rIdPg157"/>
          <a:stretch>
            <a:fillRect/>
          </a:stretch>
        </p:blipFill>
        <p:spPr>
          <a:xfrm>
            <a:off x="10265200" y="3787200"/>
            <a:ext cx="405600" cy="405600"/>
          </a:xfrm>
          <a:prstGeom prst="rect">
            <a:avLst/>
          </a:prstGeom>
        </p:spPr>
      </p:pic>
      <p:sp>
        <p:nvSpPr>
          <p:cNvPr id="9159" name="Llegó"/>
          <p:cNvSpPr txBox="1"/>
          <p:nvPr/>
        </p:nvSpPr>
        <p:spPr>
          <a:xfrm>
            <a:off x="9469000" y="4580000"/>
            <a:ext cx="1998000" cy="1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500" b="1">
                <a:solidFill>
                  <a:srgbClr val="48156E"/>
                </a:solidFill>
                <a:latin typeface="Poppins"/>
                <a:cs typeface="Poppins"/>
              </a:rPr>
              <a:t>Llegó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100">
                <a:solidFill>
                  <a:srgbClr val="5A5A66"/>
                </a:solidFill>
                <a:latin typeface="Poppins"/>
                <a:cs typeface="Poppins"/>
              </a:rPr>
              <a:t>y queda en la libreta</a:t>
            </a:r>
          </a:p>
        </p:txBody>
      </p:sp>
    </p:spTree>
  </p:cSld>
  <p:clrMapOvr>
    <a:masterClrMapping/>
  </p:clrMapOvr>
  <p:transition spd="slow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18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</a:pPr>
            <a:r>
              <a:rPr lang="en-MY"/>
              <a:t>Un solo lugar decide cada pago: el gateway de mandatos</a:t>
            </a:r>
          </a:p>
        </p:txBody>
      </p:sp>
      <p:sp>
        <p:nvSpPr>
          <p:cNvPr id="685" name="Google Shape;685;p18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MY"/>
              <a:t>ARQUITECTURA</a:t>
            </a:r>
          </a:p>
        </p:txBody>
      </p:sp>
      <p:pic>
        <p:nvPicPr>
          <p:cNvPr id="9161" name="Diagrama de arquitectura de Paygent" descr="Diagrama de arquitectura de Paygent"/>
          <p:cNvPicPr>
            <a:picLocks noChangeAspect="1"/>
          </p:cNvPicPr>
          <p:nvPr/>
        </p:nvPicPr>
        <p:blipFill>
          <a:blip r:embed="rIdPg160"/>
          <a:stretch>
            <a:fillRect/>
          </a:stretch>
        </p:blipFill>
        <p:spPr>
          <a:xfrm>
            <a:off x="400000" y="1525516"/>
            <a:ext cx="11392000" cy="4398968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18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</a:pPr>
            <a:r>
              <a:rPr lang="en-MY"/>
              <a:t>Lo que demostramos con dinero real en la red de Interledger</a:t>
            </a:r>
          </a:p>
        </p:txBody>
      </p:sp>
      <p:sp>
        <p:nvSpPr>
          <p:cNvPr id="685" name="Google Shape;685;p18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MY"/>
              <a:t>CONCLUSIONES CLAVE</a:t>
            </a:r>
          </a:p>
        </p:txBody>
      </p:sp>
      <p:sp>
        <p:nvSpPr>
          <p:cNvPr id="9166" name="Tarjeta Delegar es seguro"/>
          <p:cNvSpPr/>
          <p:nvPr/>
        </p:nvSpPr>
        <p:spPr>
          <a:xfrm>
            <a:off x="900000" y="1750000"/>
            <a:ext cx="3300000" cy="325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167" name="Fondo split"/>
          <p:cNvSpPr/>
          <p:nvPr/>
        </p:nvSpPr>
        <p:spPr>
          <a:xfrm>
            <a:off x="2000000" y="1950000"/>
            <a:ext cx="1100000" cy="1100000"/>
          </a:xfrm>
          <a:prstGeom prst="ellipse">
            <a:avLst/>
          </a:prstGeom>
          <a:solidFill>
            <a:srgbClr val="EEE6F5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69" name="split" descr="split"/>
          <p:cNvPicPr>
            <a:picLocks noChangeAspect="1"/>
          </p:cNvPicPr>
          <p:nvPr/>
        </p:nvPicPr>
        <p:blipFill>
          <a:blip r:embed="rIdPg168"/>
          <a:stretch>
            <a:fillRect/>
          </a:stretch>
        </p:blipFill>
        <p:spPr>
          <a:xfrm>
            <a:off x="2264000" y="2214000"/>
            <a:ext cx="572000" cy="572000"/>
          </a:xfrm>
          <a:prstGeom prst="rect">
            <a:avLst/>
          </a:prstGeom>
        </p:spPr>
      </p:pic>
      <p:sp>
        <p:nvSpPr>
          <p:cNvPr id="9170" name="Delegar es seguro"/>
          <p:cNvSpPr txBox="1"/>
          <p:nvPr/>
        </p:nvSpPr>
        <p:spPr>
          <a:xfrm>
            <a:off x="1100000" y="3250000"/>
            <a:ext cx="2900000" cy="165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2000" b="1">
                <a:solidFill>
                  <a:srgbClr val="48156E"/>
                </a:solidFill>
                <a:latin typeface="Poppins"/>
                <a:cs typeface="Poppins"/>
              </a:rPr>
              <a:t>Delegar es seguro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400">
                <a:solidFill>
                  <a:srgbClr val="5A5A66"/>
                </a:solidFill>
                <a:latin typeface="Poppins"/>
                <a:cs typeface="Poppins"/>
              </a:rPr>
              <a:t>Un grant se reparte en ramas sin entregar las llaves</a:t>
            </a:r>
          </a:p>
        </p:txBody>
      </p:sp>
      <p:sp>
        <p:nvSpPr>
          <p:cNvPr id="9171" name="Tarjeta La firma viaja sin red"/>
          <p:cNvSpPr/>
          <p:nvPr/>
        </p:nvSpPr>
        <p:spPr>
          <a:xfrm>
            <a:off x="4450000" y="1750000"/>
            <a:ext cx="3300000" cy="325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172" name="Fondo wifi-off"/>
          <p:cNvSpPr/>
          <p:nvPr/>
        </p:nvSpPr>
        <p:spPr>
          <a:xfrm>
            <a:off x="5550000" y="1950000"/>
            <a:ext cx="1100000" cy="110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74" name="wifi-off" descr="wifi-off"/>
          <p:cNvPicPr>
            <a:picLocks noChangeAspect="1"/>
          </p:cNvPicPr>
          <p:nvPr/>
        </p:nvPicPr>
        <p:blipFill>
          <a:blip r:embed="rIdPg173"/>
          <a:stretch>
            <a:fillRect/>
          </a:stretch>
        </p:blipFill>
        <p:spPr>
          <a:xfrm>
            <a:off x="5814000" y="2214000"/>
            <a:ext cx="572000" cy="572000"/>
          </a:xfrm>
          <a:prstGeom prst="rect">
            <a:avLst/>
          </a:prstGeom>
        </p:spPr>
      </p:pic>
      <p:sp>
        <p:nvSpPr>
          <p:cNvPr id="9175" name="La firma viaja sin red"/>
          <p:cNvSpPr txBox="1"/>
          <p:nvPr/>
        </p:nvSpPr>
        <p:spPr>
          <a:xfrm>
            <a:off x="4650000" y="3250000"/>
            <a:ext cx="2900000" cy="165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2000" b="1">
                <a:solidFill>
                  <a:srgbClr val="48156E"/>
                </a:solidFill>
                <a:latin typeface="Poppins"/>
                <a:cs typeface="Poppins"/>
              </a:rPr>
              <a:t>La firma viaja sin red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400">
                <a:solidFill>
                  <a:srgbClr val="5A5A66"/>
                </a:solidFill>
                <a:latin typeface="Poppins"/>
                <a:cs typeface="Poppins"/>
              </a:rPr>
              <a:t>Un vale firmado se verifica offline y se cobra al volver la señal</a:t>
            </a:r>
          </a:p>
        </p:txBody>
      </p:sp>
      <p:sp>
        <p:nvSpPr>
          <p:cNvPr id="9176" name="Tarjeta IA con reglas"/>
          <p:cNvSpPr/>
          <p:nvPr/>
        </p:nvSpPr>
        <p:spPr>
          <a:xfrm>
            <a:off x="8000000" y="1750000"/>
            <a:ext cx="3300000" cy="325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177" name="Fondo bot"/>
          <p:cNvSpPr/>
          <p:nvPr/>
        </p:nvSpPr>
        <p:spPr>
          <a:xfrm>
            <a:off x="9100000" y="1950000"/>
            <a:ext cx="1100000" cy="1100000"/>
          </a:xfrm>
          <a:prstGeom prst="ellipse">
            <a:avLst/>
          </a:prstGeom>
          <a:solidFill>
            <a:srgbClr val="ECEEF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79" name="bot" descr="bot"/>
          <p:cNvPicPr>
            <a:picLocks noChangeAspect="1"/>
          </p:cNvPicPr>
          <p:nvPr/>
        </p:nvPicPr>
        <p:blipFill>
          <a:blip r:embed="rIdPg178"/>
          <a:stretch>
            <a:fillRect/>
          </a:stretch>
        </p:blipFill>
        <p:spPr>
          <a:xfrm>
            <a:off x="9364000" y="2214000"/>
            <a:ext cx="572000" cy="572000"/>
          </a:xfrm>
          <a:prstGeom prst="rect">
            <a:avLst/>
          </a:prstGeom>
        </p:spPr>
      </p:pic>
      <p:sp>
        <p:nvSpPr>
          <p:cNvPr id="9180" name="IA con reglas"/>
          <p:cNvSpPr txBox="1"/>
          <p:nvPr/>
        </p:nvSpPr>
        <p:spPr>
          <a:xfrm>
            <a:off x="8200000" y="3250000"/>
            <a:ext cx="2900000" cy="165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2000" b="1">
                <a:solidFill>
                  <a:srgbClr val="48156E"/>
                </a:solidFill>
                <a:latin typeface="Poppins"/>
                <a:cs typeface="Poppins"/>
              </a:rPr>
              <a:t>IA con reglas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400">
                <a:solidFill>
                  <a:srgbClr val="5A5A66"/>
                </a:solidFill>
                <a:latin typeface="Poppins"/>
                <a:cs typeface="Poppins"/>
              </a:rPr>
              <a:t>El agente paga solo dentro de su rama; el gateway decide</a:t>
            </a:r>
          </a:p>
        </p:txBody>
      </p:sp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Custom 616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48156E"/>
      </a:accent1>
      <a:accent2>
        <a:srgbClr val="FFB259"/>
      </a:accent2>
      <a:accent3>
        <a:srgbClr val="959FF9"/>
      </a:accent3>
      <a:accent4>
        <a:srgbClr val="7EDFC8"/>
      </a:accent4>
      <a:accent5>
        <a:srgbClr val="747474"/>
      </a:accent5>
      <a:accent6>
        <a:srgbClr val="D8D8D8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