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oppins Light"/>
      <p:regular r:id="rId18"/>
      <p:bold r:id="rId19"/>
      <p:italic r:id="rId20"/>
      <p:boldItalic r:id="rId21"/>
    </p:embeddedFont>
    <p:embeddedFont>
      <p:font typeface="Poppins Black"/>
      <p:bold r:id="rId22"/>
      <p:boldItalic r:id="rId23"/>
    </p:embeddedFont>
    <p:embeddedFont>
      <p:font typeface="Poppins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italic.fntdata"/><Relationship Id="rId22" Type="http://schemas.openxmlformats.org/officeDocument/2006/relationships/font" Target="fonts/PoppinsBlack-bold.fntdata"/><Relationship Id="rId21" Type="http://schemas.openxmlformats.org/officeDocument/2006/relationships/font" Target="fonts/PoppinsLight-boldItalic.fntdata"/><Relationship Id="rId24" Type="http://schemas.openxmlformats.org/officeDocument/2006/relationships/font" Target="fonts/PoppinsExtraBold-bold.fntdata"/><Relationship Id="rId23" Type="http://schemas.openxmlformats.org/officeDocument/2006/relationships/font" Target="fonts/PoppinsBlack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oppinsExtra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oppinsLight-bold.fntdata"/><Relationship Id="rId18" Type="http://schemas.openxmlformats.org/officeDocument/2006/relationships/font" Target="fonts/Poppi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b78c62d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fb78c62db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b68e58610_1_26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fb68e58610_1_26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b68e58610_1_3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b68e58610_1_3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hyperlink" Target="http://interledger.org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36201" y="1636170"/>
            <a:ext cx="5439809" cy="228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656622" y="4032642"/>
            <a:ext cx="5219383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549322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body"/>
          </p:nvPr>
        </p:nvSpPr>
        <p:spPr>
          <a:xfrm>
            <a:off x="2408168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>
            <a:off x="0" y="5218315"/>
            <a:ext cx="2600323" cy="385327"/>
            <a:chOff x="0" y="9303775"/>
            <a:chExt cx="8073390" cy="1196350"/>
          </a:xfrm>
        </p:grpSpPr>
        <p:sp>
          <p:nvSpPr>
            <p:cNvPr id="21" name="Google Shape;21;p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6338369" y="198227"/>
            <a:ext cx="5098934" cy="5117897"/>
          </a:xfrm>
          <a:custGeom>
            <a:rect b="b" l="l" r="r" t="t"/>
            <a:pathLst>
              <a:path extrusionOk="0" h="7026275" w="7000240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oogle Shape;25;p2"/>
          <p:cNvGrpSpPr/>
          <p:nvPr/>
        </p:nvGrpSpPr>
        <p:grpSpPr>
          <a:xfrm>
            <a:off x="6512282" y="485759"/>
            <a:ext cx="5679715" cy="5117897"/>
            <a:chOff x="6512282" y="198234"/>
            <a:chExt cx="5679715" cy="5117897"/>
          </a:xfrm>
        </p:grpSpPr>
        <p:sp>
          <p:nvSpPr>
            <p:cNvPr id="26" name="Google Shape;26;p2"/>
            <p:cNvSpPr/>
            <p:nvPr/>
          </p:nvSpPr>
          <p:spPr>
            <a:xfrm flipH="1">
              <a:off x="6512282" y="198234"/>
              <a:ext cx="4925023" cy="5117897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11437148" y="198234"/>
              <a:ext cx="754849" cy="5114660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" name="Google Shape;28;p2"/>
          <p:cNvSpPr txBox="1"/>
          <p:nvPr/>
        </p:nvSpPr>
        <p:spPr>
          <a:xfrm>
            <a:off x="7989100" y="6007900"/>
            <a:ext cx="3448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" name="Google Shape;32;p3"/>
          <p:cNvSpPr/>
          <p:nvPr>
            <p:ph idx="3" type="pic"/>
          </p:nvPr>
        </p:nvSpPr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3"/>
          <p:cNvSpPr txBox="1"/>
          <p:nvPr>
            <p:ph idx="4" type="body"/>
          </p:nvPr>
        </p:nvSpPr>
        <p:spPr>
          <a:xfrm>
            <a:off x="5688471" y="180099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5" type="body"/>
          </p:nvPr>
        </p:nvSpPr>
        <p:spPr>
          <a:xfrm>
            <a:off x="5688471" y="260873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6" type="body"/>
          </p:nvPr>
        </p:nvSpPr>
        <p:spPr>
          <a:xfrm>
            <a:off x="5688471" y="341647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7" type="body"/>
          </p:nvPr>
        </p:nvSpPr>
        <p:spPr>
          <a:xfrm>
            <a:off x="5688471" y="422421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8" type="body"/>
          </p:nvPr>
        </p:nvSpPr>
        <p:spPr>
          <a:xfrm>
            <a:off x="5688471" y="503195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38" name="Google Shape;38;p3"/>
          <p:cNvCxnSpPr/>
          <p:nvPr/>
        </p:nvCxnSpPr>
        <p:spPr>
          <a:xfrm rot="10800000">
            <a:off x="5242644" y="24391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 rot="10800000">
            <a:off x="5242644" y="3247312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" name="Google Shape;40;p3"/>
          <p:cNvCxnSpPr/>
          <p:nvPr/>
        </p:nvCxnSpPr>
        <p:spPr>
          <a:xfrm rot="10800000">
            <a:off x="5242644" y="40555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" name="Google Shape;41;p3"/>
          <p:cNvCxnSpPr/>
          <p:nvPr/>
        </p:nvCxnSpPr>
        <p:spPr>
          <a:xfrm rot="10800000">
            <a:off x="5242644" y="4863714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" name="Google Shape;42;p3"/>
          <p:cNvSpPr txBox="1"/>
          <p:nvPr>
            <p:ph idx="9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descr="Arrow: Straight with solid fill" id="43" name="Google Shape;43;p3"/>
          <p:cNvSpPr/>
          <p:nvPr/>
        </p:nvSpPr>
        <p:spPr>
          <a:xfrm flipH="1">
            <a:off x="5264386" y="185917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4" name="Google Shape;44;p3"/>
          <p:cNvSpPr/>
          <p:nvPr/>
        </p:nvSpPr>
        <p:spPr>
          <a:xfrm flipH="1">
            <a:off x="5264386" y="266691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5" name="Google Shape;45;p3"/>
          <p:cNvSpPr/>
          <p:nvPr/>
        </p:nvSpPr>
        <p:spPr>
          <a:xfrm flipH="1">
            <a:off x="5264386" y="3473732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6" name="Google Shape;46;p3"/>
          <p:cNvSpPr/>
          <p:nvPr/>
        </p:nvSpPr>
        <p:spPr>
          <a:xfrm flipH="1">
            <a:off x="5264386" y="4282391"/>
            <a:ext cx="355363" cy="355363"/>
          </a:xfrm>
          <a:prstGeom prst="rect">
            <a:avLst/>
          </a:prstGeom>
          <a:noFill/>
          <a:ln>
            <a:noFill/>
          </a:ln>
        </p:spPr>
      </p:sp>
      <p:sp>
        <p:nvSpPr>
          <p:cNvPr descr="Arrow: Straight with solid fill" id="47" name="Google Shape;47;p3"/>
          <p:cNvSpPr/>
          <p:nvPr/>
        </p:nvSpPr>
        <p:spPr>
          <a:xfrm flipH="1">
            <a:off x="5264386" y="5084003"/>
            <a:ext cx="355363" cy="355363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3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" name="Google Shape;55;p3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" name="Google Shape;60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3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3" name="Google Shape;63;p3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2" name="Google Shape;72;p3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3" name="Google Shape;73;p3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" name="Google Shape;82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3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" name="Google Shape;85;p3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86" name="Google Shape;86;p3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9" name="Google Shape;89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3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5" name="Google Shape;95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" name="Google Shape;96;p3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1" name="Google Shape;101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" name="Google Shape;102;p3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8" name="Google Shape;108;p3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1" name="Google Shape;111;p3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8" name="Google Shape;118;p3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" name="Google Shape;121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3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8" name="Google Shape;128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3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4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8" name="Google Shape;138;p4"/>
          <p:cNvSpPr txBox="1"/>
          <p:nvPr>
            <p:ph idx="3" type="body"/>
          </p:nvPr>
        </p:nvSpPr>
        <p:spPr>
          <a:xfrm>
            <a:off x="813514" y="2249093"/>
            <a:ext cx="3311918" cy="271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3BA2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A3BA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9" name="Google Shape;139;p4"/>
          <p:cNvSpPr txBox="1"/>
          <p:nvPr>
            <p:ph idx="4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0" name="Google Shape;140;p4"/>
          <p:cNvSpPr txBox="1"/>
          <p:nvPr>
            <p:ph idx="5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41" name="Google Shape;141;p4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42" name="Google Shape;142;p4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4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53" name="Google Shape;153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4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65" name="Google Shape;165;p4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66" name="Google Shape;166;p4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75" name="Google Shape;175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4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8" name="Google Shape;178;p4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79" name="Google Shape;179;p4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2" name="Google Shape;182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4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8" name="Google Shape;188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9" name="Google Shape;189;p4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94" name="Google Shape;194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4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1" name="Google Shape;201;p4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02" name="Google Shape;202;p4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04" name="Google Shape;204;p4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5" name="Google Shape;205;p4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06" name="Google Shape;206;p4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1" name="Google Shape;211;p4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212" name="Google Shape;212;p4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14" name="Google Shape;21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5" name="Google Shape;215;p4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7" name="Google Shape;217;p4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1" name="Google Shape;221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4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24" name="Google Shape;224;p4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225" name="Google Shape;225;p4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7" name="Google Shape;227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5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1" name="Google Shape;231;p5"/>
          <p:cNvSpPr txBox="1"/>
          <p:nvPr>
            <p:ph idx="3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5"/>
          <p:cNvSpPr txBox="1"/>
          <p:nvPr>
            <p:ph idx="4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233" name="Google Shape;233;p5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234" name="Google Shape;234;p5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39" name="Google Shape;239;p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5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45" name="Google Shape;245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" name="Google Shape;246;p5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54" name="Google Shape;254;p5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57" name="Google Shape;257;p5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58" name="Google Shape;258;p5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259" name="Google Shape;259;p5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67" name="Google Shape;267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5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" name="Google Shape;270;p5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271" name="Google Shape;271;p5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74" name="Google Shape;274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5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" name="Google Shape;277;p5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0" name="Google Shape;280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" name="Google Shape;281;p5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282" name="Google Shape;282;p5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6" name="Google Shape;286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" name="Google Shape;287;p5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" name="Google Shape;293;p5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94" name="Google Shape;294;p5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96" name="Google Shape;296;p5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97" name="Google Shape;297;p5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3" name="Google Shape;303;p5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04" name="Google Shape;304;p5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06" name="Google Shape;306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" name="Google Shape;307;p5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9" name="Google Shape;309;p5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310" name="Google Shape;310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3" name="Google Shape;31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5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16" name="Google Shape;316;p5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317" name="Google Shape;317;p5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8" name="Google Shape;318;p5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9" name="Google Shape;319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 1">
  <p:cSld name="9_Title Slide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6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6"/>
          <p:cNvSpPr txBox="1"/>
          <p:nvPr>
            <p:ph idx="3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4" name="Google Shape;324;p6"/>
          <p:cNvSpPr txBox="1"/>
          <p:nvPr>
            <p:ph idx="4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5" name="Google Shape;325;p6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326" name="Google Shape;326;p6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327" name="Google Shape;327;p6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9" name="Google Shape;329;p6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1" name="Google Shape;331;p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2" name="Google Shape;332;p6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7" name="Google Shape;337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6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0" name="Google Shape;340;p6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341" name="Google Shape;341;p6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3" name="Google Shape;343;p6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4" name="Google Shape;344;p6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" name="Google Shape;346;p6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347" name="Google Shape;347;p6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49" name="Google Shape;349;p6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0" name="Google Shape;350;p6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351" name="Google Shape;351;p6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3" name="Google Shape;353;p6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" name="Google Shape;356;p6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357" name="Google Shape;357;p6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59" name="Google Shape;359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6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" name="Google Shape;362;p6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363" name="Google Shape;363;p6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66" name="Google Shape;366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6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" name="Google Shape;369;p6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370" name="Google Shape;370;p6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2" name="Google Shape;372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3" name="Google Shape;373;p6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8" name="Google Shape;378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9" name="Google Shape;379;p6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380" name="Google Shape;380;p6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5" name="Google Shape;385;p6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386" name="Google Shape;386;p6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7" name="Google Shape;387;p6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88" name="Google Shape;388;p6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9" name="Google Shape;389;p6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390" name="Google Shape;390;p6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5" name="Google Shape;395;p6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96" name="Google Shape;396;p6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98" name="Google Shape;398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" name="Google Shape;399;p6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1" name="Google Shape;401;p6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402" name="Google Shape;402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05" name="Google Shape;405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6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" name="Google Shape;408;p6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409" name="Google Shape;409;p6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11" name="Google Shape;411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4" name="Google Shape;414;p7"/>
          <p:cNvGrpSpPr/>
          <p:nvPr/>
        </p:nvGrpSpPr>
        <p:grpSpPr>
          <a:xfrm>
            <a:off x="8337" y="435776"/>
            <a:ext cx="6964298" cy="5986447"/>
            <a:chOff x="8337" y="435776"/>
            <a:chExt cx="6964298" cy="5986447"/>
          </a:xfrm>
        </p:grpSpPr>
        <p:sp>
          <p:nvSpPr>
            <p:cNvPr id="415" name="Google Shape;415;p7"/>
            <p:cNvSpPr/>
            <p:nvPr/>
          </p:nvSpPr>
          <p:spPr>
            <a:xfrm>
              <a:off x="740405" y="435776"/>
              <a:ext cx="4945969" cy="4964471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740399" y="435781"/>
              <a:ext cx="4777276" cy="4964471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8346" y="5397005"/>
              <a:ext cx="5939080" cy="1025218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284373" y="5639361"/>
              <a:ext cx="5419941" cy="524581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337" y="435781"/>
              <a:ext cx="6964298" cy="5986423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0" name="Google Shape;420;p7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7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2" name="Google Shape;42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775" y="5554397"/>
            <a:ext cx="2582976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rgbClr val="EAEC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5" name="Google Shape;425;p8"/>
          <p:cNvGrpSpPr/>
          <p:nvPr/>
        </p:nvGrpSpPr>
        <p:grpSpPr>
          <a:xfrm>
            <a:off x="8337" y="435776"/>
            <a:ext cx="6964298" cy="5986447"/>
            <a:chOff x="9728" y="1922335"/>
            <a:chExt cx="8126730" cy="6985662"/>
          </a:xfrm>
        </p:grpSpPr>
        <p:sp>
          <p:nvSpPr>
            <p:cNvPr id="426" name="Google Shape;426;p8"/>
            <p:cNvSpPr/>
            <p:nvPr/>
          </p:nvSpPr>
          <p:spPr>
            <a:xfrm>
              <a:off x="863988" y="1922335"/>
              <a:ext cx="5771515" cy="5793105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863981" y="1922341"/>
              <a:ext cx="5574665" cy="5793105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9738" y="7711657"/>
              <a:ext cx="6930390" cy="1196340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331838" y="7994465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9728" y="1922341"/>
              <a:ext cx="8126730" cy="6985634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31" name="Google Shape;431;p8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2" name="Google Shape;432;p8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33" name="Google Shape;43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858" y="5568090"/>
            <a:ext cx="2582893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9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9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438" name="Google Shape;438;p9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39" name="Google Shape;439;p9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440" name="Google Shape;440;p9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3" name="Google Shape;443;p9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44" name="Google Shape;444;p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5" name="Google Shape;445;p9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446" name="Google Shape;446;p9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7" name="Google Shape;447;p9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8" name="Google Shape;448;p9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50" name="Google Shape;450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9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2" name="Google Shape;452;p9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3" name="Google Shape;453;p9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454" name="Google Shape;454;p9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5" name="Google Shape;455;p9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8" name="Google Shape;458;p9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9" name="Google Shape;459;p9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460" name="Google Shape;460;p9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1" name="Google Shape;461;p9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462" name="Google Shape;462;p9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63" name="Google Shape;463;p9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464" name="Google Shape;464;p9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5" name="Google Shape;465;p9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8" name="Google Shape;468;p9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69" name="Google Shape;469;p9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2" name="Google Shape;472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3" name="Google Shape;473;p9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75" name="Google Shape;475;p9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476" name="Google Shape;476;p9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79" name="Google Shape;479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0" name="Google Shape;480;p9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2" name="Google Shape;482;p9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483" name="Google Shape;483;p9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85" name="Google Shape;485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6" name="Google Shape;486;p9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487" name="Google Shape;487;p9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91" name="Google Shape;491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2" name="Google Shape;492;p9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493" name="Google Shape;493;p9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98" name="Google Shape;498;p9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499" name="Google Shape;499;p9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1" name="Google Shape;501;p9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02" name="Google Shape;502;p9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03" name="Google Shape;503;p9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08" name="Google Shape;508;p9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509" name="Google Shape;509;p9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1" name="Google Shape;511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2" name="Google Shape;512;p9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18" name="Google Shape;51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9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21" name="Google Shape;521;p9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24" name="Google Shape;524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25" name="Google Shape;52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9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"/>
          <p:cNvSpPr txBox="1"/>
          <p:nvPr>
            <p:ph idx="1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9" name="Google Shape;529;p10"/>
          <p:cNvSpPr txBox="1"/>
          <p:nvPr>
            <p:ph idx="2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30" name="Google Shape;530;p10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531" name="Google Shape;531;p10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32" name="Google Shape;532;p10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3" name="Google Shape;533;p10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4" name="Google Shape;534;p10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5" name="Google Shape;535;p10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36" name="Google Shape;536;p10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7" name="Google Shape;537;p10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38" name="Google Shape;538;p10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9" name="Google Shape;539;p10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0" name="Google Shape;540;p10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1" name="Google Shape;541;p10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2" name="Google Shape;542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3" name="Google Shape;543;p10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4" name="Google Shape;544;p10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45" name="Google Shape;545;p10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546" name="Google Shape;546;p10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7" name="Google Shape;547;p10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8" name="Google Shape;548;p10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9" name="Google Shape;549;p10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0" name="Google Shape;550;p10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51" name="Google Shape;551;p10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552" name="Google Shape;552;p10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3" name="Google Shape;553;p10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54" name="Google Shape;554;p10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8" name="Google Shape;558;p10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9" name="Google Shape;559;p10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0" name="Google Shape;560;p10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1" name="Google Shape;561;p10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562" name="Google Shape;562;p10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3" name="Google Shape;563;p10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64" name="Google Shape;564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5" name="Google Shape;565;p10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7" name="Google Shape;567;p10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568" name="Google Shape;568;p10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9" name="Google Shape;569;p10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1" name="Google Shape;571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2" name="Google Shape;572;p10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3" name="Google Shape;573;p10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74" name="Google Shape;574;p10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575" name="Google Shape;575;p10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6" name="Google Shape;576;p10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7" name="Google Shape;5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8" name="Google Shape;578;p10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579" name="Google Shape;579;p10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0" name="Google Shape;580;p10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1" name="Google Shape;581;p10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2" name="Google Shape;582;p10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83" name="Google Shape;583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4" name="Google Shape;584;p10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585" name="Google Shape;585;p10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6" name="Google Shape;586;p10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0" name="Google Shape;590;p10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591" name="Google Shape;591;p10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2" name="Google Shape;592;p10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93" name="Google Shape;593;p10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2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94" name="Google Shape;594;p10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595" name="Google Shape;595;p10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6" name="Google Shape;596;p10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7" name="Google Shape;597;p10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8" name="Google Shape;598;p10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9" name="Google Shape;599;p10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0" name="Google Shape;600;p10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601" name="Google Shape;601;p10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2" name="Google Shape;602;p10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3" name="Google Shape;603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4" name="Google Shape;604;p10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5" name="Google Shape;605;p10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6" name="Google Shape;606;p10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607" name="Google Shape;607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8" name="Google Shape;608;p10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9" name="Google Shape;609;p10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0" name="Google Shape;610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" name="Google Shape;611;p10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2" name="Google Shape;612;p10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13" name="Google Shape;613;p10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614" name="Google Shape;614;p10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5" name="Google Shape;615;p10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625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6" name="Google Shape;616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1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4815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4043999" y="2761025"/>
            <a:ext cx="40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000">
              <a:solidFill>
                <a:srgbClr val="FFA8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11"/>
          <p:cNvSpPr txBox="1"/>
          <p:nvPr/>
        </p:nvSpPr>
        <p:spPr>
          <a:xfrm>
            <a:off x="6924350" y="5397300"/>
            <a:ext cx="476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https://interledger.org/es/</a:t>
            </a: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Hackathon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750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#OpenPayments </a:t>
            </a:r>
            <a:r>
              <a:rPr b="1" lang="en-MY" sz="1750">
                <a:solidFill>
                  <a:srgbClr val="FFA915"/>
                </a:solidFill>
                <a:latin typeface="Poppins"/>
                <a:ea typeface="Poppins"/>
                <a:cs typeface="Poppins"/>
                <a:sym typeface="Poppins"/>
              </a:rPr>
              <a:t>#ILPHacks</a:t>
            </a:r>
            <a:endParaRPr b="1" sz="1750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8346" y="5397298"/>
            <a:ext cx="5942809" cy="1025862"/>
          </a:xfrm>
          <a:custGeom>
            <a:rect b="b" l="l" r="r" t="t"/>
            <a:pathLst>
              <a:path extrusionOk="0" h="1196340" w="693039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284386" y="5639664"/>
            <a:ext cx="5423344" cy="524910"/>
          </a:xfrm>
          <a:custGeom>
            <a:rect b="b" l="l" r="r" t="t"/>
            <a:pathLst>
              <a:path extrusionOk="0" h="612140" w="632460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extrusionOk="0" h="612140" w="632460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extrusionOk="0" h="612140" w="632460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extrusionOk="0" h="612140" w="632460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extrusionOk="0" h="612140" w="632460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extrusionOk="0" h="612140" w="632460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extrusionOk="0" h="612140" w="632460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extrusionOk="0" h="612140" w="632460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extrusionOk="0" h="612140" w="632460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extrusionOk="0" h="612140" w="632460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extrusionOk="0" h="612140" w="632460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extrusionOk="0" h="612140" w="632460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8337" y="435854"/>
            <a:ext cx="6968671" cy="5990181"/>
          </a:xfrm>
          <a:custGeom>
            <a:rect b="b" l="l" r="r" t="t"/>
            <a:pathLst>
              <a:path extrusionOk="0" h="6985634" w="8126730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extrusionOk="0" h="6985634" w="8126730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extrusionOk="0" h="6985634" w="8126730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extrusionOk="0" h="6985634" w="8126730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extrusionOk="0" h="6985634" w="8126730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extrusionOk="0" h="6985634" w="8126730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extrusionOk="0" h="6985634" w="8126730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extrusionOk="0" h="6985634" w="8126730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extrusionOk="0" h="6985634" w="8126730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extrusionOk="0" h="6985634" w="8126730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extrusionOk="0" h="6985634" w="8126730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extrusionOk="0" h="6985634" w="8126730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extrusionOk="0" h="6985634" w="8126730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extrusionOk="0" h="6985634" w="8126730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4" name="Google Shape;62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12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8" name="Google Shape;628;p12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29" name="Google Shape;629;p1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0" name="Google Shape;630;p12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1" name="Google Shape;631;p12"/>
          <p:cNvSpPr txBox="1"/>
          <p:nvPr>
            <p:ph idx="4" type="body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2" name="Google Shape;63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12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7" name="Google Shape;637;p12"/>
          <p:cNvGrpSpPr/>
          <p:nvPr/>
        </p:nvGrpSpPr>
        <p:grpSpPr>
          <a:xfrm>
            <a:off x="6344628" y="487055"/>
            <a:ext cx="5847372" cy="5116588"/>
            <a:chOff x="6344628" y="928827"/>
            <a:chExt cx="5847372" cy="5116588"/>
          </a:xfrm>
        </p:grpSpPr>
        <p:sp>
          <p:nvSpPr>
            <p:cNvPr id="638" name="Google Shape;638;p12"/>
            <p:cNvSpPr/>
            <p:nvPr/>
          </p:nvSpPr>
          <p:spPr>
            <a:xfrm flipH="1">
              <a:off x="6344628" y="928827"/>
              <a:ext cx="5092675" cy="5111615"/>
            </a:xfrm>
            <a:custGeom>
              <a:rect b="b" l="l" r="r" t="t"/>
              <a:pathLst>
                <a:path extrusionOk="0" h="7026275" w="7000240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 flipH="1">
              <a:off x="6518328" y="933582"/>
              <a:ext cx="4918977" cy="5111615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 flipH="1">
              <a:off x="11438075" y="933582"/>
              <a:ext cx="753922" cy="5108381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641" name="Google Shape;641;p12"/>
            <p:cNvPicPr preferRelativeResize="0"/>
            <p:nvPr/>
          </p:nvPicPr>
          <p:blipFill rotWithShape="1">
            <a:blip r:embed="rId3">
              <a:alphaModFix/>
            </a:blip>
            <a:srcRect b="2856" l="0" r="0" t="0"/>
            <a:stretch/>
          </p:blipFill>
          <p:spPr>
            <a:xfrm flipH="1">
              <a:off x="6813518" y="1877725"/>
              <a:ext cx="5314701" cy="412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12"/>
            <p:cNvSpPr/>
            <p:nvPr/>
          </p:nvSpPr>
          <p:spPr>
            <a:xfrm flipH="1">
              <a:off x="7022230" y="5871298"/>
              <a:ext cx="5169770" cy="174117"/>
            </a:xfrm>
            <a:custGeom>
              <a:rect b="b" l="l" r="r" t="t"/>
              <a:pathLst>
                <a:path extrusionOk="0" h="1450975" w="8406130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hyperlink" Target="http://interledger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29225" y="295100"/>
            <a:ext cx="197232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None/>
            </a:pPr>
            <a:r>
              <a:rPr lang="en-MY" sz="1000" u="sng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Interledger.org</a:t>
            </a: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 sz="1000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sz="1000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MY"/>
              <a:t>NOMBRE DEL EQUIPO</a:t>
            </a:r>
            <a:endParaRPr/>
          </a:p>
        </p:txBody>
      </p:sp>
      <p:sp>
        <p:nvSpPr>
          <p:cNvPr id="648" name="Google Shape;648;p13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MY"/>
              <a:t>NOMBRE DEL PROYECTO</a:t>
            </a:r>
            <a:endParaRPr/>
          </a:p>
        </p:txBody>
      </p:sp>
      <p:sp>
        <p:nvSpPr>
          <p:cNvPr id="649" name="Google Shape;649;p13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/>
              <a:t>FECHA:</a:t>
            </a:r>
            <a:br>
              <a:rPr lang="en-MY"/>
            </a:br>
            <a:r>
              <a:rPr lang="en-MY"/>
              <a:t>17 Octubre 2026</a:t>
            </a:r>
            <a:endParaRPr/>
          </a:p>
        </p:txBody>
      </p:sp>
      <p:sp>
        <p:nvSpPr>
          <p:cNvPr id="650" name="Google Shape;650;p13"/>
          <p:cNvSpPr txBox="1"/>
          <p:nvPr>
            <p:ph idx="4" type="body"/>
          </p:nvPr>
        </p:nvSpPr>
        <p:spPr>
          <a:xfrm>
            <a:off x="2408178" y="6031225"/>
            <a:ext cx="27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MY"/>
              <a:t>CIUDAD: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/>
              <a:t>AGREGA TU CIUDAD DE ORIGEN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4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/>
              <a:t>Haz clic izquierdo para reemplazar esta imagen por una foto de tu equipo</a:t>
            </a:r>
            <a:endParaRPr/>
          </a:p>
        </p:txBody>
      </p:sp>
      <p:sp>
        <p:nvSpPr>
          <p:cNvPr id="656" name="Google Shape;656;p14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>
                <a:solidFill>
                  <a:srgbClr val="560676"/>
                </a:solidFill>
              </a:rPr>
              <a:t>INTRODUCCIÓN DEL EQUIPO</a:t>
            </a:r>
            <a:endParaRPr/>
          </a:p>
        </p:txBody>
      </p:sp>
      <p:sp>
        <p:nvSpPr>
          <p:cNvPr id="657" name="Google Shape;657;p14"/>
          <p:cNvSpPr txBox="1"/>
          <p:nvPr>
            <p:ph idx="4" type="body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MY"/>
              <a:t>Miembro A</a:t>
            </a:r>
            <a:endParaRPr/>
          </a:p>
        </p:txBody>
      </p:sp>
      <p:sp>
        <p:nvSpPr>
          <p:cNvPr id="658" name="Google Shape;658;p14"/>
          <p:cNvSpPr txBox="1"/>
          <p:nvPr>
            <p:ph idx="5" type="body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Miembro B</a:t>
            </a:r>
            <a:endParaRPr/>
          </a:p>
        </p:txBody>
      </p:sp>
      <p:sp>
        <p:nvSpPr>
          <p:cNvPr id="659" name="Google Shape;659;p14"/>
          <p:cNvSpPr txBox="1"/>
          <p:nvPr>
            <p:ph idx="6" type="body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Miembro C</a:t>
            </a:r>
            <a:endParaRPr/>
          </a:p>
        </p:txBody>
      </p:sp>
      <p:sp>
        <p:nvSpPr>
          <p:cNvPr id="660" name="Google Shape;660;p14"/>
          <p:cNvSpPr txBox="1"/>
          <p:nvPr>
            <p:ph idx="7" type="body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Miembro </a:t>
            </a:r>
            <a:r>
              <a:rPr lang="en-MY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661" name="Google Shape;661;p14"/>
          <p:cNvSpPr txBox="1"/>
          <p:nvPr>
            <p:ph idx="8" type="body"/>
          </p:nvPr>
        </p:nvSpPr>
        <p:spPr>
          <a:xfrm>
            <a:off x="5688471" y="503195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MY">
                <a:solidFill>
                  <a:schemeClr val="dk1"/>
                </a:solidFill>
              </a:rPr>
              <a:t>Miembro</a:t>
            </a:r>
            <a:r>
              <a:rPr lang="en-MY">
                <a:solidFill>
                  <a:schemeClr val="dk1"/>
                </a:solidFill>
              </a:rPr>
              <a:t> E</a:t>
            </a:r>
            <a:endParaRPr/>
          </a:p>
        </p:txBody>
      </p:sp>
      <p:pic>
        <p:nvPicPr>
          <p:cNvPr id="662" name="Google Shape;662;p14" title="Screenshot 2026-09-15 at 20.26.55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549" r="3549" t="0"/>
          <a:stretch/>
        </p:blipFill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5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/>
              <a:t>Qué problema o contexto estás abordando</a:t>
            </a:r>
            <a:endParaRPr/>
          </a:p>
        </p:txBody>
      </p:sp>
      <p:sp>
        <p:nvSpPr>
          <p:cNvPr id="668" name="Google Shape;668;p15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PLANTEAMENTO DEL PROBLEMA</a:t>
            </a:r>
            <a:endParaRPr/>
          </a:p>
        </p:txBody>
      </p:sp>
      <p:sp>
        <p:nvSpPr>
          <p:cNvPr id="669" name="Google Shape;669;p15"/>
          <p:cNvSpPr txBox="1"/>
          <p:nvPr/>
        </p:nvSpPr>
        <p:spPr>
          <a:xfrm>
            <a:off x="2196600" y="1908575"/>
            <a:ext cx="7798800" cy="3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Estos son puntos con viñetas, pero no tienen que serlo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Puedes hacer el texto más grande, siempre que sea consistente en todo el documento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Nostrud exercitation ullamco laboris nisi ut aliquip ex ea commodo consequat. Duis aute irure dolor in reprehenderit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Excepteur sint occaecat cupidatat non proident, sunt in dolor sit amet, consectetur adipiscing elit magna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6"/>
          <p:cNvSpPr txBox="1"/>
          <p:nvPr>
            <p:ph idx="2" type="body"/>
          </p:nvPr>
        </p:nvSpPr>
        <p:spPr>
          <a:xfrm>
            <a:off x="1516225" y="1614500"/>
            <a:ext cx="9155700" cy="29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/>
              <a:t>O si quieres hacer una afirmación más fuerte y llamativa, usa est</a:t>
            </a:r>
            <a:r>
              <a:rPr lang="en-MY"/>
              <a:t>a diapositiva.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7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MY"/>
              <a:t>O si quieres hacer una afirmación más fuerte y llamativa, usa esta diapositiva.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8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MY"/>
              <a:t>C</a:t>
            </a:r>
            <a:r>
              <a:rPr lang="en-MY"/>
              <a:t>ómo tu proyecto está resolviendo el reto</a:t>
            </a:r>
            <a:endParaRPr/>
          </a:p>
        </p:txBody>
      </p:sp>
      <p:sp>
        <p:nvSpPr>
          <p:cNvPr id="685" name="Google Shape;685;p18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LA SOLUCI</a:t>
            </a:r>
            <a:r>
              <a:rPr lang="en-MY"/>
              <a:t>ÓN</a:t>
            </a:r>
            <a:endParaRPr/>
          </a:p>
        </p:txBody>
      </p:sp>
      <p:sp>
        <p:nvSpPr>
          <p:cNvPr id="686" name="Google Shape;686;p18"/>
          <p:cNvSpPr txBox="1"/>
          <p:nvPr/>
        </p:nvSpPr>
        <p:spPr>
          <a:xfrm>
            <a:off x="2196600" y="1908575"/>
            <a:ext cx="7798800" cy="3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Estos son puntos con viñetas, pero no tienen que serlo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Puedes hacer el texto más grande, siempre que sea consistente en todo el documento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Nostrud exercitation ullamco laboris nisi ut aliquip ex ea commodo consequat. Duis aute irure dolor in reprehenderit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•"/>
            </a:pPr>
            <a:r>
              <a:rPr lang="en-MY" sz="1600">
                <a:latin typeface="Poppins"/>
                <a:ea typeface="Poppins"/>
                <a:cs typeface="Poppins"/>
                <a:sym typeface="Poppins"/>
              </a:rPr>
              <a:t>Excepteur sint occaecat cupidatat non proident, sunt in dolor sit amet, consectetur adipiscing elit magna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9"/>
          <p:cNvSpPr txBox="1"/>
          <p:nvPr>
            <p:ph idx="1" type="body"/>
          </p:nvPr>
        </p:nvSpPr>
        <p:spPr>
          <a:xfrm>
            <a:off x="6505625" y="1814321"/>
            <a:ext cx="49461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MY"/>
              <a:t>DEMO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MY"/>
              <a:t>EN VIVO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0"/>
          <p:cNvSpPr txBox="1"/>
          <p:nvPr>
            <p:ph idx="1" type="body"/>
          </p:nvPr>
        </p:nvSpPr>
        <p:spPr>
          <a:xfrm>
            <a:off x="6082625" y="1010298"/>
            <a:ext cx="53292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/>
              <a:t>Aquí va la conclusión para cerrar con gran estilo. ¡Mucho éxito a todos!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