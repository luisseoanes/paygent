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Light"/>
      <p:regular r:id="rId22"/>
      <p:bold r:id="rId23"/>
      <p:italic r:id="rId24"/>
      <p:boldItalic r:id="rId25"/>
    </p:embeddedFont>
    <p:embeddedFont>
      <p:font typeface="Poppins Black"/>
      <p:bold r:id="rId26"/>
      <p:boldItalic r:id="rId27"/>
    </p:embeddedFont>
    <p:embeddedFont>
      <p:font typeface="Poppins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Light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Light-italic.fntdata"/><Relationship Id="rId23" Type="http://schemas.openxmlformats.org/officeDocument/2006/relationships/font" Target="fonts/Poppins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Black-bold.fntdata"/><Relationship Id="rId25" Type="http://schemas.openxmlformats.org/officeDocument/2006/relationships/font" Target="fonts/PoppinsLight-boldItalic.fntdata"/><Relationship Id="rId28" Type="http://schemas.openxmlformats.org/officeDocument/2006/relationships/font" Target="fonts/PoppinsExtraBold-bold.fntdata"/><Relationship Id="rId27" Type="http://schemas.openxmlformats.org/officeDocument/2006/relationships/font" Target="fonts/Poppins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Extra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8" name="Google Shape;8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hyperlink" Target="http://interledger.org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36201" y="1636170"/>
            <a:ext cx="5439809" cy="228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656622" y="4032642"/>
            <a:ext cx="5219383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549322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body"/>
          </p:nvPr>
        </p:nvSpPr>
        <p:spPr>
          <a:xfrm>
            <a:off x="2408168" y="6031214"/>
            <a:ext cx="1862508" cy="338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2"/>
          <p:cNvGrpSpPr/>
          <p:nvPr/>
        </p:nvGrpSpPr>
        <p:grpSpPr>
          <a:xfrm>
            <a:off x="0" y="5218315"/>
            <a:ext cx="2600323" cy="385327"/>
            <a:chOff x="0" y="9303775"/>
            <a:chExt cx="8073390" cy="1196350"/>
          </a:xfrm>
        </p:grpSpPr>
        <p:sp>
          <p:nvSpPr>
            <p:cNvPr id="21" name="Google Shape;21;p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6338369" y="198227"/>
            <a:ext cx="5098934" cy="5117897"/>
          </a:xfrm>
          <a:custGeom>
            <a:rect b="b" l="l" r="r" t="t"/>
            <a:pathLst>
              <a:path extrusionOk="0" h="7026275" w="7000240">
                <a:moveTo>
                  <a:pt x="0" y="0"/>
                </a:moveTo>
                <a:lnTo>
                  <a:pt x="0" y="7025843"/>
                </a:lnTo>
                <a:lnTo>
                  <a:pt x="7000062" y="3498443"/>
                </a:lnTo>
                <a:lnTo>
                  <a:pt x="0" y="0"/>
                </a:lnTo>
                <a:close/>
              </a:path>
            </a:pathLst>
          </a:custGeom>
          <a:solidFill>
            <a:srgbClr val="56067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oogle Shape;25;p2"/>
          <p:cNvGrpSpPr/>
          <p:nvPr/>
        </p:nvGrpSpPr>
        <p:grpSpPr>
          <a:xfrm>
            <a:off x="6512282" y="485759"/>
            <a:ext cx="5679715" cy="5117897"/>
            <a:chOff x="6512282" y="198234"/>
            <a:chExt cx="5679715" cy="5117897"/>
          </a:xfrm>
        </p:grpSpPr>
        <p:sp>
          <p:nvSpPr>
            <p:cNvPr id="26" name="Google Shape;26;p2"/>
            <p:cNvSpPr/>
            <p:nvPr/>
          </p:nvSpPr>
          <p:spPr>
            <a:xfrm flipH="1">
              <a:off x="6512282" y="198234"/>
              <a:ext cx="4925023" cy="5117897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11437148" y="198234"/>
              <a:ext cx="754849" cy="5114660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" name="Google Shape;28;p2"/>
          <p:cNvSpPr txBox="1"/>
          <p:nvPr/>
        </p:nvSpPr>
        <p:spPr>
          <a:xfrm>
            <a:off x="7989100" y="6007900"/>
            <a:ext cx="3448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O" sz="10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b="0" i="0" sz="1000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77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777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" name="Google Shape;32;p3"/>
          <p:cNvSpPr/>
          <p:nvPr>
            <p:ph idx="3" type="pic"/>
          </p:nvPr>
        </p:nvSpPr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3"/>
          <p:cNvSpPr txBox="1"/>
          <p:nvPr>
            <p:ph idx="4" type="body"/>
          </p:nvPr>
        </p:nvSpPr>
        <p:spPr>
          <a:xfrm>
            <a:off x="5688471" y="180099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5" type="body"/>
          </p:nvPr>
        </p:nvSpPr>
        <p:spPr>
          <a:xfrm>
            <a:off x="5688471" y="260873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6" type="body"/>
          </p:nvPr>
        </p:nvSpPr>
        <p:spPr>
          <a:xfrm>
            <a:off x="5688471" y="341647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7" type="body"/>
          </p:nvPr>
        </p:nvSpPr>
        <p:spPr>
          <a:xfrm>
            <a:off x="5688471" y="422421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8" type="body"/>
          </p:nvPr>
        </p:nvSpPr>
        <p:spPr>
          <a:xfrm>
            <a:off x="5688471" y="5031959"/>
            <a:ext cx="5390865" cy="471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38" name="Google Shape;38;p3"/>
          <p:cNvCxnSpPr/>
          <p:nvPr/>
        </p:nvCxnSpPr>
        <p:spPr>
          <a:xfrm rot="10800000">
            <a:off x="5242644" y="24391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 rot="10800000">
            <a:off x="5242644" y="3247312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40" name="Google Shape;40;p3"/>
          <p:cNvCxnSpPr/>
          <p:nvPr/>
        </p:nvCxnSpPr>
        <p:spPr>
          <a:xfrm rot="10800000">
            <a:off x="5242644" y="4055513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41" name="Google Shape;41;p3"/>
          <p:cNvCxnSpPr/>
          <p:nvPr/>
        </p:nvCxnSpPr>
        <p:spPr>
          <a:xfrm rot="10800000">
            <a:off x="5242644" y="4863714"/>
            <a:ext cx="5836692" cy="1"/>
          </a:xfrm>
          <a:prstGeom prst="straightConnector1">
            <a:avLst/>
          </a:prstGeom>
          <a:noFill/>
          <a:ln cap="flat" cmpd="sng" w="9525">
            <a:solidFill>
              <a:schemeClr val="accent1">
                <a:alpha val="80000"/>
              </a:schemeClr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2" name="Google Shape;42;p3"/>
          <p:cNvSpPr txBox="1"/>
          <p:nvPr>
            <p:ph idx="9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descr="Arrow: Straight with solid fill" id="43" name="Google Shape;43;p3"/>
          <p:cNvSpPr/>
          <p:nvPr/>
        </p:nvSpPr>
        <p:spPr>
          <a:xfrm flipH="1">
            <a:off x="5264386" y="1859171"/>
            <a:ext cx="355363" cy="35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rrow: Straight with solid fill" id="44" name="Google Shape;44;p3"/>
          <p:cNvSpPr/>
          <p:nvPr/>
        </p:nvSpPr>
        <p:spPr>
          <a:xfrm flipH="1">
            <a:off x="5264386" y="2666911"/>
            <a:ext cx="355363" cy="35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rrow: Straight with solid fill" id="45" name="Google Shape;45;p3"/>
          <p:cNvSpPr/>
          <p:nvPr/>
        </p:nvSpPr>
        <p:spPr>
          <a:xfrm flipH="1">
            <a:off x="5264386" y="3473732"/>
            <a:ext cx="355363" cy="35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rrow: Straight with solid fill" id="46" name="Google Shape;46;p3"/>
          <p:cNvSpPr/>
          <p:nvPr/>
        </p:nvSpPr>
        <p:spPr>
          <a:xfrm flipH="1">
            <a:off x="5264386" y="4282391"/>
            <a:ext cx="355363" cy="35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rrow: Straight with solid fill" id="47" name="Google Shape;47;p3"/>
          <p:cNvSpPr/>
          <p:nvPr/>
        </p:nvSpPr>
        <p:spPr>
          <a:xfrm flipH="1">
            <a:off x="5264386" y="5084003"/>
            <a:ext cx="355363" cy="35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3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0" name="Google Shape;50;p3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" name="Google Shape;55;p3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0" name="Google Shape;60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3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3" name="Google Shape;63;p3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72" name="Google Shape;72;p3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3" name="Google Shape;73;p3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2" name="Google Shape;82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3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85" name="Google Shape;85;p3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86" name="Google Shape;86;p3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89" name="Google Shape;89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3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92" name="Google Shape;92;p3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93" name="Google Shape;93;p3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95" name="Google Shape;95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" name="Google Shape;96;p3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01" name="Google Shape;101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" name="Google Shape;102;p3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8" name="Google Shape;108;p3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109" name="Google Shape;109;p3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11" name="Google Shape;111;p3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12" name="Google Shape;112;p3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113" name="Google Shape;113;p3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18" name="Google Shape;118;p3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1" name="Google Shape;121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3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28" name="Google Shape;128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3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4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8" name="Google Shape;138;p4"/>
          <p:cNvSpPr txBox="1"/>
          <p:nvPr>
            <p:ph idx="3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9" name="Google Shape;139;p4"/>
          <p:cNvSpPr txBox="1"/>
          <p:nvPr>
            <p:ph idx="4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40" name="Google Shape;140;p4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141" name="Google Shape;141;p4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142" name="Google Shape;142;p4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46" name="Google Shape;146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7" name="Google Shape;147;p4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148" name="Google Shape;148;p4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52" name="Google Shape;152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4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5" name="Google Shape;155;p4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64" name="Google Shape;164;p4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65" name="Google Shape;165;p4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" name="Google Shape;171;p4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172" name="Google Shape;172;p4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74" name="Google Shape;17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" name="Google Shape;175;p4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1" name="Google Shape;181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4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84" name="Google Shape;184;p4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185" name="Google Shape;185;p4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8" name="Google Shape;188;p4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189" name="Google Shape;189;p4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193" name="Google Shape;193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4" name="Google Shape;194;p4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195" name="Google Shape;195;p4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0" name="Google Shape;200;p4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01" name="Google Shape;201;p4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03" name="Google Shape;203;p4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4" name="Google Shape;204;p4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05" name="Google Shape;205;p4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0" name="Google Shape;210;p4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211" name="Google Shape;211;p4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13" name="Google Shape;213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4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6" name="Google Shape;216;p4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217" name="Google Shape;217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0" name="Google Shape;220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" name="Google Shape;221;p4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23" name="Google Shape;223;p4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224" name="Google Shape;224;p4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26" name="Google Shape;226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"/>
          <p:cNvSpPr txBox="1"/>
          <p:nvPr>
            <p:ph idx="1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9" name="Google Shape;229;p5"/>
          <p:cNvSpPr txBox="1"/>
          <p:nvPr>
            <p:ph idx="2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230" name="Google Shape;230;p5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231" name="Google Shape;231;p5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36" name="Google Shape;236;p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7" name="Google Shape;237;p5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42" name="Google Shape;242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3" name="Google Shape;243;p5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45" name="Google Shape;245;p5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246" name="Google Shape;246;p5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8" name="Google Shape;248;p5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49" name="Google Shape;249;p5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54" name="Google Shape;254;p5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55" name="Google Shape;255;p5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1" name="Google Shape;261;p5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64" name="Google Shape;264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5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7" name="Google Shape;267;p5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268" name="Google Shape;268;p5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71" name="Google Shape;271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5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4" name="Google Shape;274;p5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275" name="Google Shape;275;p5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77" name="Google Shape;277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8" name="Google Shape;278;p5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279" name="Google Shape;279;p5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283" name="Google Shape;283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4" name="Google Shape;284;p5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293" name="Google Shape;293;p5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94" name="Google Shape;294;p5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295" name="Google Shape;295;p5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0" name="Google Shape;300;p5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01" name="Google Shape;301;p5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03" name="Google Shape;303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" name="Google Shape;304;p5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307" name="Google Shape;307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0" name="Google Shape;310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5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2" name="Google Shape;312;p5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13" name="Google Shape;313;p5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314" name="Google Shape;314;p5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15" name="Google Shape;315;p5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16" name="Google Shape;316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 1">
  <p:cSld name="9_Title Slide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9" name="Google Shape;319;p6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0676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60676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6"/>
          <p:cNvSpPr txBox="1"/>
          <p:nvPr>
            <p:ph idx="3" type="body"/>
          </p:nvPr>
        </p:nvSpPr>
        <p:spPr>
          <a:xfrm>
            <a:off x="4823917" y="2249092"/>
            <a:ext cx="60915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6"/>
          <p:cNvSpPr txBox="1"/>
          <p:nvPr>
            <p:ph idx="4" type="body"/>
          </p:nvPr>
        </p:nvSpPr>
        <p:spPr>
          <a:xfrm>
            <a:off x="7142627" y="6566902"/>
            <a:ext cx="48627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22" name="Google Shape;322;p6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323" name="Google Shape;323;p6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324" name="Google Shape;324;p6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5" name="Google Shape;325;p6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6" name="Google Shape;326;p6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7" name="Google Shape;327;p6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28" name="Google Shape;328;p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9" name="Google Shape;329;p6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330" name="Google Shape;330;p6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1" name="Google Shape;331;p6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2" name="Google Shape;332;p6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3" name="Google Shape;333;p6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34" name="Google Shape;33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6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37" name="Google Shape;337;p6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338" name="Google Shape;338;p6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46" name="Google Shape;346;p6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47" name="Google Shape;347;p6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348" name="Google Shape;348;p6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1" name="Google Shape;351;p6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3" name="Google Shape;353;p6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354" name="Google Shape;354;p6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56" name="Google Shape;356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p6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63" name="Google Shape;363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" name="Google Shape;364;p6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69" name="Google Shape;369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0" name="Google Shape;370;p6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371" name="Google Shape;371;p6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3" name="Google Shape;373;p6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4" name="Google Shape;374;p6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75" name="Google Shape;375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6" name="Google Shape;376;p6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377" name="Google Shape;377;p6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8" name="Google Shape;378;p6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79" name="Google Shape;379;p6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0" name="Google Shape;380;p6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82" name="Google Shape;382;p6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383" name="Google Shape;383;p6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385" name="Google Shape;385;p6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6" name="Google Shape;386;p6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387" name="Google Shape;387;p6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8" name="Google Shape;388;p6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89" name="Google Shape;389;p6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0" name="Google Shape;390;p6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1" name="Google Shape;391;p6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2" name="Google Shape;392;p6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393" name="Google Shape;393;p6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4" name="Google Shape;394;p6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395" name="Google Shape;395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p6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97" name="Google Shape;397;p6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98" name="Google Shape;398;p6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399" name="Google Shape;399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0" name="Google Shape;400;p6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1" name="Google Shape;401;p6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02" name="Google Shape;402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3" name="Google Shape;403;p6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5" name="Google Shape;405;p6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406" name="Google Shape;406;p6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08" name="Google Shape;408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7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915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FFA915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2" name="Google Shape;412;p7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413" name="Google Shape;413;p7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414" name="Google Shape;414;p7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415" name="Google Shape;415;p7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19" name="Google Shape;419;p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0" name="Google Shape;420;p7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421" name="Google Shape;421;p7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22" name="Google Shape;422;p7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23" name="Google Shape;423;p7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24" name="Google Shape;424;p7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25" name="Google Shape;42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6" name="Google Shape;426;p7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27" name="Google Shape;427;p7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8" name="Google Shape;428;p7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429" name="Google Shape;429;p7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0" name="Google Shape;430;p7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1" name="Google Shape;431;p7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2" name="Google Shape;432;p7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3" name="Google Shape;433;p7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4" name="Google Shape;434;p7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435" name="Google Shape;435;p7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437" name="Google Shape;437;p7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38" name="Google Shape;438;p7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439" name="Google Shape;439;p7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4" name="Google Shape;444;p7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445" name="Google Shape;445;p7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47" name="Google Shape;447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" name="Google Shape;448;p7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49" name="Google Shape;449;p7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0" name="Google Shape;450;p7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451" name="Google Shape;451;p7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2" name="Google Shape;452;p7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3" name="Google Shape;453;p7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54" name="Google Shape;454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5" name="Google Shape;455;p7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6" name="Google Shape;456;p7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7" name="Google Shape;457;p7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458" name="Google Shape;458;p7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59" name="Google Shape;459;p7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60" name="Google Shape;460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1" name="Google Shape;461;p7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462" name="Google Shape;462;p7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3" name="Google Shape;463;p7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4" name="Google Shape;464;p7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5" name="Google Shape;465;p7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66" name="Google Shape;466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7" name="Google Shape;467;p7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468" name="Google Shape;468;p7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73" name="Google Shape;473;p7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474" name="Google Shape;474;p7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476" name="Google Shape;476;p7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77" name="Google Shape;477;p7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478" name="Google Shape;478;p7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79" name="Google Shape;479;p7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0" name="Google Shape;480;p7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1" name="Google Shape;481;p7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2" name="Google Shape;482;p7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3" name="Google Shape;483;p7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484" name="Google Shape;484;p7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5" name="Google Shape;485;p7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86" name="Google Shape;486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7" name="Google Shape;487;p7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88" name="Google Shape;488;p7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9" name="Google Shape;489;p7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490" name="Google Shape;490;p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1" name="Google Shape;491;p7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2" name="Google Shape;492;p7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93" name="Google Shape;493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4" name="Google Shape;494;p7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5" name="Google Shape;495;p7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96" name="Google Shape;496;p7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497" name="Google Shape;497;p7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8" name="Google Shape;498;p7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499" name="Google Shape;499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00" name="Google Shape;50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7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</a:pPr>
            <a:r>
              <a:rPr b="0" i="0" lang="es-CO" sz="1000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8"/>
              </a:rPr>
              <a:t>Interledger.org</a:t>
            </a:r>
            <a:r>
              <a:rPr b="0" i="0" lang="es-CO" sz="10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b="0" i="0" sz="10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b="0" i="0" sz="10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4" name="Google Shape;504;p8"/>
          <p:cNvGrpSpPr/>
          <p:nvPr/>
        </p:nvGrpSpPr>
        <p:grpSpPr>
          <a:xfrm>
            <a:off x="8337" y="435776"/>
            <a:ext cx="6964298" cy="5986447"/>
            <a:chOff x="8337" y="435776"/>
            <a:chExt cx="6964298" cy="5986447"/>
          </a:xfrm>
        </p:grpSpPr>
        <p:sp>
          <p:nvSpPr>
            <p:cNvPr id="505" name="Google Shape;505;p8"/>
            <p:cNvSpPr/>
            <p:nvPr/>
          </p:nvSpPr>
          <p:spPr>
            <a:xfrm>
              <a:off x="740405" y="435776"/>
              <a:ext cx="4945969" cy="4964471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740399" y="435781"/>
              <a:ext cx="4777276" cy="4964471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8346" y="5397005"/>
              <a:ext cx="5939080" cy="1025218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284373" y="5639361"/>
              <a:ext cx="5419941" cy="524581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8337" y="435781"/>
              <a:ext cx="6964298" cy="5986423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10" name="Google Shape;510;p8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11" name="Google Shape;511;p8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12" name="Google Shape;51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775" y="5554397"/>
            <a:ext cx="2582976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"/>
          <p:cNvSpPr/>
          <p:nvPr/>
        </p:nvSpPr>
        <p:spPr>
          <a:xfrm>
            <a:off x="0" y="0"/>
            <a:ext cx="12183655" cy="6858000"/>
          </a:xfrm>
          <a:prstGeom prst="rect">
            <a:avLst/>
          </a:prstGeom>
          <a:solidFill>
            <a:srgbClr val="EAEC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15" name="Google Shape;515;p9"/>
          <p:cNvGrpSpPr/>
          <p:nvPr/>
        </p:nvGrpSpPr>
        <p:grpSpPr>
          <a:xfrm>
            <a:off x="8337" y="435776"/>
            <a:ext cx="6964298" cy="5986447"/>
            <a:chOff x="9728" y="1922335"/>
            <a:chExt cx="8126730" cy="6985662"/>
          </a:xfrm>
        </p:grpSpPr>
        <p:sp>
          <p:nvSpPr>
            <p:cNvPr id="516" name="Google Shape;516;p9"/>
            <p:cNvSpPr/>
            <p:nvPr/>
          </p:nvSpPr>
          <p:spPr>
            <a:xfrm>
              <a:off x="863988" y="1922335"/>
              <a:ext cx="5771515" cy="5793105"/>
            </a:xfrm>
            <a:custGeom>
              <a:rect b="b" l="l" r="r" t="t"/>
              <a:pathLst>
                <a:path extrusionOk="0" h="5793105" w="5771515">
                  <a:moveTo>
                    <a:pt x="0" y="0"/>
                  </a:moveTo>
                  <a:lnTo>
                    <a:pt x="0" y="5792662"/>
                  </a:lnTo>
                  <a:lnTo>
                    <a:pt x="5771405" y="2884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863981" y="1922341"/>
              <a:ext cx="5574665" cy="5793105"/>
            </a:xfrm>
            <a:custGeom>
              <a:rect b="b" l="l" r="r" t="t"/>
              <a:pathLst>
                <a:path extrusionOk="0" h="5793105" w="5574665">
                  <a:moveTo>
                    <a:pt x="1342415" y="2884398"/>
                  </a:moveTo>
                  <a:lnTo>
                    <a:pt x="0" y="0"/>
                  </a:lnTo>
                  <a:lnTo>
                    <a:pt x="955065" y="3000248"/>
                  </a:lnTo>
                  <a:lnTo>
                    <a:pt x="0" y="5792660"/>
                  </a:lnTo>
                  <a:lnTo>
                    <a:pt x="1342415" y="2884398"/>
                  </a:lnTo>
                  <a:close/>
                </a:path>
                <a:path extrusionOk="0" h="5793105" w="5574665">
                  <a:moveTo>
                    <a:pt x="3091611" y="2884398"/>
                  </a:moveTo>
                  <a:lnTo>
                    <a:pt x="0" y="0"/>
                  </a:lnTo>
                  <a:lnTo>
                    <a:pt x="2106752" y="3000248"/>
                  </a:lnTo>
                  <a:lnTo>
                    <a:pt x="0" y="5792660"/>
                  </a:lnTo>
                  <a:lnTo>
                    <a:pt x="3091611" y="2884398"/>
                  </a:lnTo>
                  <a:close/>
                </a:path>
                <a:path extrusionOk="0" h="5793105" w="5574665">
                  <a:moveTo>
                    <a:pt x="5574246" y="2884398"/>
                  </a:moveTo>
                  <a:lnTo>
                    <a:pt x="0" y="0"/>
                  </a:lnTo>
                  <a:lnTo>
                    <a:pt x="3737699" y="3000248"/>
                  </a:lnTo>
                  <a:lnTo>
                    <a:pt x="0" y="5792660"/>
                  </a:lnTo>
                  <a:lnTo>
                    <a:pt x="5574246" y="2884398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9738" y="7711657"/>
              <a:ext cx="6930390" cy="1196340"/>
            </a:xfrm>
            <a:custGeom>
              <a:rect b="b" l="l" r="r" t="t"/>
              <a:pathLst>
                <a:path extrusionOk="0" h="1196340" w="6930390">
                  <a:moveTo>
                    <a:pt x="6930385" y="0"/>
                  </a:moveTo>
                  <a:lnTo>
                    <a:pt x="0" y="0"/>
                  </a:lnTo>
                  <a:lnTo>
                    <a:pt x="0" y="1195974"/>
                  </a:lnTo>
                  <a:lnTo>
                    <a:pt x="6930385" y="1195974"/>
                  </a:lnTo>
                  <a:lnTo>
                    <a:pt x="6930385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331838" y="7994465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30"/>
                  </a:moveTo>
                  <a:lnTo>
                    <a:pt x="0" y="0"/>
                  </a:lnTo>
                  <a:lnTo>
                    <a:pt x="0" y="611860"/>
                  </a:lnTo>
                  <a:lnTo>
                    <a:pt x="394309" y="305930"/>
                  </a:lnTo>
                  <a:close/>
                </a:path>
                <a:path extrusionOk="0" h="612140" w="6324600">
                  <a:moveTo>
                    <a:pt x="933411" y="305930"/>
                  </a:moveTo>
                  <a:lnTo>
                    <a:pt x="539115" y="0"/>
                  </a:lnTo>
                  <a:lnTo>
                    <a:pt x="539115" y="611860"/>
                  </a:lnTo>
                  <a:lnTo>
                    <a:pt x="933411" y="305930"/>
                  </a:lnTo>
                  <a:close/>
                </a:path>
                <a:path extrusionOk="0" h="612140" w="6324600">
                  <a:moveTo>
                    <a:pt x="1472526" y="305930"/>
                  </a:moveTo>
                  <a:lnTo>
                    <a:pt x="1078217" y="0"/>
                  </a:lnTo>
                  <a:lnTo>
                    <a:pt x="1078217" y="611860"/>
                  </a:lnTo>
                  <a:lnTo>
                    <a:pt x="1472526" y="305930"/>
                  </a:lnTo>
                  <a:close/>
                </a:path>
                <a:path extrusionOk="0" h="612140" w="6324600">
                  <a:moveTo>
                    <a:pt x="2011629" y="305930"/>
                  </a:moveTo>
                  <a:lnTo>
                    <a:pt x="1617332" y="0"/>
                  </a:lnTo>
                  <a:lnTo>
                    <a:pt x="1617332" y="611860"/>
                  </a:lnTo>
                  <a:lnTo>
                    <a:pt x="2011629" y="305930"/>
                  </a:lnTo>
                  <a:close/>
                </a:path>
                <a:path extrusionOk="0" h="612140" w="6324600">
                  <a:moveTo>
                    <a:pt x="2550744" y="305930"/>
                  </a:moveTo>
                  <a:lnTo>
                    <a:pt x="2156434" y="0"/>
                  </a:lnTo>
                  <a:lnTo>
                    <a:pt x="2156434" y="611860"/>
                  </a:lnTo>
                  <a:lnTo>
                    <a:pt x="2550744" y="305930"/>
                  </a:lnTo>
                  <a:close/>
                </a:path>
                <a:path extrusionOk="0" h="612140" w="6324600">
                  <a:moveTo>
                    <a:pt x="3089846" y="305930"/>
                  </a:moveTo>
                  <a:lnTo>
                    <a:pt x="2695549" y="0"/>
                  </a:lnTo>
                  <a:lnTo>
                    <a:pt x="2695549" y="611860"/>
                  </a:lnTo>
                  <a:lnTo>
                    <a:pt x="3089846" y="305930"/>
                  </a:lnTo>
                  <a:close/>
                </a:path>
                <a:path extrusionOk="0" h="612140" w="6324600">
                  <a:moveTo>
                    <a:pt x="3628961" y="305930"/>
                  </a:moveTo>
                  <a:lnTo>
                    <a:pt x="3234664" y="0"/>
                  </a:lnTo>
                  <a:lnTo>
                    <a:pt x="3234664" y="611860"/>
                  </a:lnTo>
                  <a:lnTo>
                    <a:pt x="3628961" y="305930"/>
                  </a:lnTo>
                  <a:close/>
                </a:path>
                <a:path extrusionOk="0" h="612140" w="6324600">
                  <a:moveTo>
                    <a:pt x="4168063" y="305930"/>
                  </a:moveTo>
                  <a:lnTo>
                    <a:pt x="3773767" y="0"/>
                  </a:lnTo>
                  <a:lnTo>
                    <a:pt x="3773767" y="611860"/>
                  </a:lnTo>
                  <a:lnTo>
                    <a:pt x="4168063" y="305930"/>
                  </a:lnTo>
                  <a:close/>
                </a:path>
                <a:path extrusionOk="0" h="612140" w="6324600">
                  <a:moveTo>
                    <a:pt x="4707179" y="305930"/>
                  </a:moveTo>
                  <a:lnTo>
                    <a:pt x="4312882" y="0"/>
                  </a:lnTo>
                  <a:lnTo>
                    <a:pt x="4312882" y="611860"/>
                  </a:lnTo>
                  <a:lnTo>
                    <a:pt x="4707179" y="305930"/>
                  </a:lnTo>
                  <a:close/>
                </a:path>
                <a:path extrusionOk="0" h="612140" w="6324600">
                  <a:moveTo>
                    <a:pt x="5246281" y="305930"/>
                  </a:moveTo>
                  <a:lnTo>
                    <a:pt x="4851984" y="0"/>
                  </a:lnTo>
                  <a:lnTo>
                    <a:pt x="4851984" y="611860"/>
                  </a:lnTo>
                  <a:lnTo>
                    <a:pt x="5246281" y="305930"/>
                  </a:lnTo>
                  <a:close/>
                </a:path>
                <a:path extrusionOk="0" h="612140" w="6324600">
                  <a:moveTo>
                    <a:pt x="5785396" y="305930"/>
                  </a:moveTo>
                  <a:lnTo>
                    <a:pt x="5391099" y="0"/>
                  </a:lnTo>
                  <a:lnTo>
                    <a:pt x="5391099" y="611860"/>
                  </a:lnTo>
                  <a:lnTo>
                    <a:pt x="5785396" y="305930"/>
                  </a:lnTo>
                  <a:close/>
                </a:path>
                <a:path extrusionOk="0" h="612140" w="6324600">
                  <a:moveTo>
                    <a:pt x="6324498" y="305930"/>
                  </a:moveTo>
                  <a:lnTo>
                    <a:pt x="5930201" y="0"/>
                  </a:lnTo>
                  <a:lnTo>
                    <a:pt x="5930201" y="611860"/>
                  </a:lnTo>
                  <a:lnTo>
                    <a:pt x="6324498" y="305930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9728" y="1922341"/>
              <a:ext cx="8126730" cy="6985634"/>
            </a:xfrm>
            <a:custGeom>
              <a:rect b="b" l="l" r="r" t="t"/>
              <a:pathLst>
                <a:path extrusionOk="0" h="6985634" w="8126730">
                  <a:moveTo>
                    <a:pt x="854252" y="0"/>
                  </a:moveTo>
                  <a:lnTo>
                    <a:pt x="0" y="0"/>
                  </a:lnTo>
                  <a:lnTo>
                    <a:pt x="0" y="211988"/>
                  </a:lnTo>
                  <a:lnTo>
                    <a:pt x="854252" y="211988"/>
                  </a:lnTo>
                  <a:lnTo>
                    <a:pt x="854252" y="0"/>
                  </a:lnTo>
                  <a:close/>
                </a:path>
                <a:path extrusionOk="0" h="6985634" w="8126730">
                  <a:moveTo>
                    <a:pt x="854265" y="5596331"/>
                  </a:moveTo>
                  <a:lnTo>
                    <a:pt x="12" y="5596331"/>
                  </a:lnTo>
                  <a:lnTo>
                    <a:pt x="12" y="5792660"/>
                  </a:lnTo>
                  <a:lnTo>
                    <a:pt x="854265" y="5792660"/>
                  </a:lnTo>
                  <a:lnTo>
                    <a:pt x="854265" y="5596331"/>
                  </a:lnTo>
                  <a:close/>
                </a:path>
                <a:path extrusionOk="0" h="6985634" w="8126730">
                  <a:moveTo>
                    <a:pt x="854265" y="5165839"/>
                  </a:moveTo>
                  <a:lnTo>
                    <a:pt x="12" y="5165839"/>
                  </a:lnTo>
                  <a:lnTo>
                    <a:pt x="12" y="5363375"/>
                  </a:lnTo>
                  <a:lnTo>
                    <a:pt x="854265" y="5363375"/>
                  </a:lnTo>
                  <a:lnTo>
                    <a:pt x="854265" y="5165839"/>
                  </a:lnTo>
                  <a:close/>
                </a:path>
                <a:path extrusionOk="0" h="6985634" w="8126730">
                  <a:moveTo>
                    <a:pt x="854265" y="4735360"/>
                  </a:moveTo>
                  <a:lnTo>
                    <a:pt x="12" y="4735360"/>
                  </a:lnTo>
                  <a:lnTo>
                    <a:pt x="12" y="4934102"/>
                  </a:lnTo>
                  <a:lnTo>
                    <a:pt x="854265" y="4934102"/>
                  </a:lnTo>
                  <a:lnTo>
                    <a:pt x="854265" y="4735360"/>
                  </a:lnTo>
                  <a:close/>
                </a:path>
                <a:path extrusionOk="0" h="6985634" w="8126730">
                  <a:moveTo>
                    <a:pt x="854265" y="4304881"/>
                  </a:moveTo>
                  <a:lnTo>
                    <a:pt x="12" y="4304881"/>
                  </a:lnTo>
                  <a:lnTo>
                    <a:pt x="12" y="4504817"/>
                  </a:lnTo>
                  <a:lnTo>
                    <a:pt x="854265" y="4504817"/>
                  </a:lnTo>
                  <a:lnTo>
                    <a:pt x="854265" y="4304881"/>
                  </a:lnTo>
                  <a:close/>
                </a:path>
                <a:path extrusionOk="0" h="6985634" w="8126730">
                  <a:moveTo>
                    <a:pt x="854265" y="3874389"/>
                  </a:moveTo>
                  <a:lnTo>
                    <a:pt x="12" y="3874389"/>
                  </a:lnTo>
                  <a:lnTo>
                    <a:pt x="12" y="4075531"/>
                  </a:lnTo>
                  <a:lnTo>
                    <a:pt x="854265" y="4075531"/>
                  </a:lnTo>
                  <a:lnTo>
                    <a:pt x="854265" y="3874389"/>
                  </a:lnTo>
                  <a:close/>
                </a:path>
                <a:path extrusionOk="0" h="6985634" w="8126730">
                  <a:moveTo>
                    <a:pt x="854265" y="3443897"/>
                  </a:moveTo>
                  <a:lnTo>
                    <a:pt x="12" y="3443897"/>
                  </a:lnTo>
                  <a:lnTo>
                    <a:pt x="12" y="3646246"/>
                  </a:lnTo>
                  <a:lnTo>
                    <a:pt x="854265" y="3646246"/>
                  </a:lnTo>
                  <a:lnTo>
                    <a:pt x="854265" y="3443897"/>
                  </a:lnTo>
                  <a:close/>
                </a:path>
                <a:path extrusionOk="0" h="6985634" w="8126730">
                  <a:moveTo>
                    <a:pt x="854265" y="3013405"/>
                  </a:moveTo>
                  <a:lnTo>
                    <a:pt x="12" y="3013405"/>
                  </a:lnTo>
                  <a:lnTo>
                    <a:pt x="12" y="3216960"/>
                  </a:lnTo>
                  <a:lnTo>
                    <a:pt x="854265" y="3216960"/>
                  </a:lnTo>
                  <a:lnTo>
                    <a:pt x="854265" y="3013405"/>
                  </a:lnTo>
                  <a:close/>
                </a:path>
                <a:path extrusionOk="0" h="6985634" w="8126730">
                  <a:moveTo>
                    <a:pt x="854265" y="2582926"/>
                  </a:moveTo>
                  <a:lnTo>
                    <a:pt x="12" y="2582926"/>
                  </a:lnTo>
                  <a:lnTo>
                    <a:pt x="12" y="2787688"/>
                  </a:lnTo>
                  <a:lnTo>
                    <a:pt x="854265" y="2787688"/>
                  </a:lnTo>
                  <a:lnTo>
                    <a:pt x="854265" y="2582926"/>
                  </a:lnTo>
                  <a:close/>
                </a:path>
                <a:path extrusionOk="0" h="6985634" w="8126730">
                  <a:moveTo>
                    <a:pt x="854265" y="2152434"/>
                  </a:moveTo>
                  <a:lnTo>
                    <a:pt x="12" y="2152434"/>
                  </a:lnTo>
                  <a:lnTo>
                    <a:pt x="12" y="2358402"/>
                  </a:lnTo>
                  <a:lnTo>
                    <a:pt x="854265" y="2358402"/>
                  </a:lnTo>
                  <a:lnTo>
                    <a:pt x="854265" y="2152434"/>
                  </a:lnTo>
                  <a:close/>
                </a:path>
                <a:path extrusionOk="0" h="6985634" w="8126730">
                  <a:moveTo>
                    <a:pt x="854265" y="1721942"/>
                  </a:moveTo>
                  <a:lnTo>
                    <a:pt x="12" y="1721942"/>
                  </a:lnTo>
                  <a:lnTo>
                    <a:pt x="12" y="1929117"/>
                  </a:lnTo>
                  <a:lnTo>
                    <a:pt x="854265" y="1929117"/>
                  </a:lnTo>
                  <a:lnTo>
                    <a:pt x="854265" y="1721942"/>
                  </a:lnTo>
                  <a:close/>
                </a:path>
                <a:path extrusionOk="0" h="6985634" w="8126730">
                  <a:moveTo>
                    <a:pt x="854265" y="1291463"/>
                  </a:moveTo>
                  <a:lnTo>
                    <a:pt x="12" y="1291463"/>
                  </a:lnTo>
                  <a:lnTo>
                    <a:pt x="12" y="1499831"/>
                  </a:lnTo>
                  <a:lnTo>
                    <a:pt x="854265" y="1499831"/>
                  </a:lnTo>
                  <a:lnTo>
                    <a:pt x="854265" y="1291463"/>
                  </a:lnTo>
                  <a:close/>
                </a:path>
                <a:path extrusionOk="0" h="6985634" w="8126730">
                  <a:moveTo>
                    <a:pt x="854265" y="860983"/>
                  </a:moveTo>
                  <a:lnTo>
                    <a:pt x="12" y="860983"/>
                  </a:lnTo>
                  <a:lnTo>
                    <a:pt x="12" y="1070559"/>
                  </a:lnTo>
                  <a:lnTo>
                    <a:pt x="854265" y="1070559"/>
                  </a:lnTo>
                  <a:lnTo>
                    <a:pt x="854265" y="860983"/>
                  </a:lnTo>
                  <a:close/>
                </a:path>
                <a:path extrusionOk="0" h="6985634" w="8126730">
                  <a:moveTo>
                    <a:pt x="854265" y="430491"/>
                  </a:moveTo>
                  <a:lnTo>
                    <a:pt x="12" y="430491"/>
                  </a:lnTo>
                  <a:lnTo>
                    <a:pt x="12" y="641273"/>
                  </a:lnTo>
                  <a:lnTo>
                    <a:pt x="854265" y="641273"/>
                  </a:lnTo>
                  <a:lnTo>
                    <a:pt x="854265" y="430491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789320"/>
                  </a:lnTo>
                  <a:lnTo>
                    <a:pt x="6930390" y="584168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5935827"/>
                  </a:lnTo>
                  <a:lnTo>
                    <a:pt x="6930390" y="5984633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082322"/>
                  </a:lnTo>
                  <a:lnTo>
                    <a:pt x="6930390" y="6127585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228829"/>
                  </a:lnTo>
                  <a:lnTo>
                    <a:pt x="6930390" y="6270536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375349"/>
                  </a:lnTo>
                  <a:lnTo>
                    <a:pt x="6930390" y="6413487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521844"/>
                  </a:lnTo>
                  <a:lnTo>
                    <a:pt x="6930390" y="6556438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668351"/>
                  </a:lnTo>
                  <a:lnTo>
                    <a:pt x="6930390" y="6699402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814858"/>
                  </a:lnTo>
                  <a:lnTo>
                    <a:pt x="6930390" y="6842341"/>
                  </a:lnTo>
                  <a:lnTo>
                    <a:pt x="8126362" y="5789320"/>
                  </a:lnTo>
                  <a:close/>
                </a:path>
                <a:path extrusionOk="0" h="6985634" w="8126730">
                  <a:moveTo>
                    <a:pt x="8126362" y="5789320"/>
                  </a:moveTo>
                  <a:lnTo>
                    <a:pt x="6930390" y="6961365"/>
                  </a:lnTo>
                  <a:lnTo>
                    <a:pt x="6930390" y="6985292"/>
                  </a:lnTo>
                  <a:lnTo>
                    <a:pt x="8126362" y="578932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21" name="Google Shape;521;p9"/>
          <p:cNvSpPr txBox="1"/>
          <p:nvPr>
            <p:ph idx="1" type="body"/>
          </p:nvPr>
        </p:nvSpPr>
        <p:spPr>
          <a:xfrm>
            <a:off x="6505628" y="1211798"/>
            <a:ext cx="4945967" cy="1994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2" name="Google Shape;522;p9"/>
          <p:cNvSpPr txBox="1"/>
          <p:nvPr>
            <p:ph idx="2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23" name="Google Shape;52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04858" y="5568090"/>
            <a:ext cx="2582893" cy="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0"/>
          <p:cNvSpPr/>
          <p:nvPr/>
        </p:nvSpPr>
        <p:spPr>
          <a:xfrm>
            <a:off x="0" y="0"/>
            <a:ext cx="12183600" cy="6858000"/>
          </a:xfrm>
          <a:prstGeom prst="rect">
            <a:avLst/>
          </a:prstGeom>
          <a:solidFill>
            <a:srgbClr val="4815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10"/>
          <p:cNvSpPr txBox="1"/>
          <p:nvPr/>
        </p:nvSpPr>
        <p:spPr>
          <a:xfrm>
            <a:off x="4043999" y="2761025"/>
            <a:ext cx="40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O" sz="4000" u="none" cap="none" strike="noStrike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i="0" sz="4000" u="none" cap="none" strike="noStrike">
              <a:solidFill>
                <a:srgbClr val="FFA8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10"/>
          <p:cNvSpPr txBox="1"/>
          <p:nvPr/>
        </p:nvSpPr>
        <p:spPr>
          <a:xfrm>
            <a:off x="6924350" y="5397300"/>
            <a:ext cx="476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FFA813"/>
                </a:solidFill>
                <a:latin typeface="Poppins"/>
                <a:ea typeface="Poppins"/>
                <a:cs typeface="Poppins"/>
                <a:sym typeface="Poppins"/>
              </a:rPr>
              <a:t>https://interledger.org/es/</a:t>
            </a:r>
            <a:r>
              <a:rPr b="1" i="0" lang="es-CO" sz="1750" u="none" cap="none" strike="noStrike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Hackathon</a:t>
            </a:r>
            <a:endParaRPr b="1" i="0" sz="1750" u="none" cap="none" strike="noStrike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1" i="0" lang="es-CO" sz="1750" u="none" cap="none" strike="noStrike">
                <a:solidFill>
                  <a:srgbClr val="00E5C6"/>
                </a:solidFill>
                <a:latin typeface="Poppins"/>
                <a:ea typeface="Poppins"/>
                <a:cs typeface="Poppins"/>
                <a:sym typeface="Poppins"/>
              </a:rPr>
              <a:t>#OpenPayments </a:t>
            </a:r>
            <a:r>
              <a:rPr b="1" i="0" lang="es-CO" sz="1750" u="none" cap="none" strike="noStrike">
                <a:solidFill>
                  <a:srgbClr val="FFA915"/>
                </a:solidFill>
                <a:latin typeface="Poppins"/>
                <a:ea typeface="Poppins"/>
                <a:cs typeface="Poppins"/>
                <a:sym typeface="Poppins"/>
              </a:rPr>
              <a:t>#ILPHacks</a:t>
            </a:r>
            <a:endParaRPr b="1" i="0" sz="1750" u="none" cap="none" strike="noStrike">
              <a:solidFill>
                <a:srgbClr val="00E5C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8346" y="5397298"/>
            <a:ext cx="5942809" cy="1025862"/>
          </a:xfrm>
          <a:custGeom>
            <a:rect b="b" l="l" r="r" t="t"/>
            <a:pathLst>
              <a:path extrusionOk="0" h="1196340" w="6930390">
                <a:moveTo>
                  <a:pt x="6930385" y="0"/>
                </a:moveTo>
                <a:lnTo>
                  <a:pt x="0" y="0"/>
                </a:lnTo>
                <a:lnTo>
                  <a:pt x="0" y="1195974"/>
                </a:lnTo>
                <a:lnTo>
                  <a:pt x="6930385" y="1195974"/>
                </a:lnTo>
                <a:lnTo>
                  <a:pt x="6930385" y="0"/>
                </a:lnTo>
                <a:close/>
              </a:path>
            </a:pathLst>
          </a:custGeom>
          <a:solidFill>
            <a:srgbClr val="FFA91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284386" y="5639664"/>
            <a:ext cx="5423344" cy="524910"/>
          </a:xfrm>
          <a:custGeom>
            <a:rect b="b" l="l" r="r" t="t"/>
            <a:pathLst>
              <a:path extrusionOk="0" h="612140" w="6324600">
                <a:moveTo>
                  <a:pt x="394309" y="305930"/>
                </a:moveTo>
                <a:lnTo>
                  <a:pt x="0" y="0"/>
                </a:lnTo>
                <a:lnTo>
                  <a:pt x="0" y="611860"/>
                </a:lnTo>
                <a:lnTo>
                  <a:pt x="394309" y="305930"/>
                </a:lnTo>
                <a:close/>
              </a:path>
              <a:path extrusionOk="0" h="612140" w="6324600">
                <a:moveTo>
                  <a:pt x="933411" y="305930"/>
                </a:moveTo>
                <a:lnTo>
                  <a:pt x="539115" y="0"/>
                </a:lnTo>
                <a:lnTo>
                  <a:pt x="539115" y="611860"/>
                </a:lnTo>
                <a:lnTo>
                  <a:pt x="933411" y="305930"/>
                </a:lnTo>
                <a:close/>
              </a:path>
              <a:path extrusionOk="0" h="612140" w="6324600">
                <a:moveTo>
                  <a:pt x="1472526" y="305930"/>
                </a:moveTo>
                <a:lnTo>
                  <a:pt x="1078217" y="0"/>
                </a:lnTo>
                <a:lnTo>
                  <a:pt x="1078217" y="611860"/>
                </a:lnTo>
                <a:lnTo>
                  <a:pt x="1472526" y="305930"/>
                </a:lnTo>
                <a:close/>
              </a:path>
              <a:path extrusionOk="0" h="612140" w="6324600">
                <a:moveTo>
                  <a:pt x="2011629" y="305930"/>
                </a:moveTo>
                <a:lnTo>
                  <a:pt x="1617332" y="0"/>
                </a:lnTo>
                <a:lnTo>
                  <a:pt x="1617332" y="611860"/>
                </a:lnTo>
                <a:lnTo>
                  <a:pt x="2011629" y="305930"/>
                </a:lnTo>
                <a:close/>
              </a:path>
              <a:path extrusionOk="0" h="612140" w="6324600">
                <a:moveTo>
                  <a:pt x="2550744" y="305930"/>
                </a:moveTo>
                <a:lnTo>
                  <a:pt x="2156434" y="0"/>
                </a:lnTo>
                <a:lnTo>
                  <a:pt x="2156434" y="611860"/>
                </a:lnTo>
                <a:lnTo>
                  <a:pt x="2550744" y="305930"/>
                </a:lnTo>
                <a:close/>
              </a:path>
              <a:path extrusionOk="0" h="612140" w="6324600">
                <a:moveTo>
                  <a:pt x="3089846" y="305930"/>
                </a:moveTo>
                <a:lnTo>
                  <a:pt x="2695549" y="0"/>
                </a:lnTo>
                <a:lnTo>
                  <a:pt x="2695549" y="611860"/>
                </a:lnTo>
                <a:lnTo>
                  <a:pt x="3089846" y="305930"/>
                </a:lnTo>
                <a:close/>
              </a:path>
              <a:path extrusionOk="0" h="612140" w="6324600">
                <a:moveTo>
                  <a:pt x="3628961" y="305930"/>
                </a:moveTo>
                <a:lnTo>
                  <a:pt x="3234664" y="0"/>
                </a:lnTo>
                <a:lnTo>
                  <a:pt x="3234664" y="611860"/>
                </a:lnTo>
                <a:lnTo>
                  <a:pt x="3628961" y="305930"/>
                </a:lnTo>
                <a:close/>
              </a:path>
              <a:path extrusionOk="0" h="612140" w="6324600">
                <a:moveTo>
                  <a:pt x="4168063" y="305930"/>
                </a:moveTo>
                <a:lnTo>
                  <a:pt x="3773767" y="0"/>
                </a:lnTo>
                <a:lnTo>
                  <a:pt x="3773767" y="611860"/>
                </a:lnTo>
                <a:lnTo>
                  <a:pt x="4168063" y="305930"/>
                </a:lnTo>
                <a:close/>
              </a:path>
              <a:path extrusionOk="0" h="612140" w="6324600">
                <a:moveTo>
                  <a:pt x="4707179" y="305930"/>
                </a:moveTo>
                <a:lnTo>
                  <a:pt x="4312882" y="0"/>
                </a:lnTo>
                <a:lnTo>
                  <a:pt x="4312882" y="611860"/>
                </a:lnTo>
                <a:lnTo>
                  <a:pt x="4707179" y="305930"/>
                </a:lnTo>
                <a:close/>
              </a:path>
              <a:path extrusionOk="0" h="612140" w="6324600">
                <a:moveTo>
                  <a:pt x="5246281" y="305930"/>
                </a:moveTo>
                <a:lnTo>
                  <a:pt x="4851984" y="0"/>
                </a:lnTo>
                <a:lnTo>
                  <a:pt x="4851984" y="611860"/>
                </a:lnTo>
                <a:lnTo>
                  <a:pt x="5246281" y="305930"/>
                </a:lnTo>
                <a:close/>
              </a:path>
              <a:path extrusionOk="0" h="612140" w="6324600">
                <a:moveTo>
                  <a:pt x="5785396" y="305930"/>
                </a:moveTo>
                <a:lnTo>
                  <a:pt x="5391099" y="0"/>
                </a:lnTo>
                <a:lnTo>
                  <a:pt x="5391099" y="611860"/>
                </a:lnTo>
                <a:lnTo>
                  <a:pt x="5785396" y="305930"/>
                </a:lnTo>
                <a:close/>
              </a:path>
              <a:path extrusionOk="0" h="612140" w="6324600">
                <a:moveTo>
                  <a:pt x="6324498" y="305930"/>
                </a:moveTo>
                <a:lnTo>
                  <a:pt x="5930201" y="0"/>
                </a:lnTo>
                <a:lnTo>
                  <a:pt x="5930201" y="611860"/>
                </a:lnTo>
                <a:lnTo>
                  <a:pt x="6324498" y="305930"/>
                </a:lnTo>
                <a:close/>
              </a:path>
            </a:pathLst>
          </a:custGeom>
          <a:solidFill>
            <a:srgbClr val="56077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8337" y="435854"/>
            <a:ext cx="6968671" cy="5990181"/>
          </a:xfrm>
          <a:custGeom>
            <a:rect b="b" l="l" r="r" t="t"/>
            <a:pathLst>
              <a:path extrusionOk="0" h="6985634" w="8126730">
                <a:moveTo>
                  <a:pt x="854252" y="0"/>
                </a:moveTo>
                <a:lnTo>
                  <a:pt x="0" y="0"/>
                </a:lnTo>
                <a:lnTo>
                  <a:pt x="0" y="211988"/>
                </a:lnTo>
                <a:lnTo>
                  <a:pt x="854252" y="211988"/>
                </a:lnTo>
                <a:lnTo>
                  <a:pt x="854252" y="0"/>
                </a:lnTo>
                <a:close/>
              </a:path>
              <a:path extrusionOk="0" h="6985634" w="8126730">
                <a:moveTo>
                  <a:pt x="854265" y="5596331"/>
                </a:moveTo>
                <a:lnTo>
                  <a:pt x="12" y="5596331"/>
                </a:lnTo>
                <a:lnTo>
                  <a:pt x="12" y="5792660"/>
                </a:lnTo>
                <a:lnTo>
                  <a:pt x="854265" y="5792660"/>
                </a:lnTo>
                <a:lnTo>
                  <a:pt x="854265" y="5596331"/>
                </a:lnTo>
                <a:close/>
              </a:path>
              <a:path extrusionOk="0" h="6985634" w="8126730">
                <a:moveTo>
                  <a:pt x="854265" y="5165839"/>
                </a:moveTo>
                <a:lnTo>
                  <a:pt x="12" y="5165839"/>
                </a:lnTo>
                <a:lnTo>
                  <a:pt x="12" y="5363375"/>
                </a:lnTo>
                <a:lnTo>
                  <a:pt x="854265" y="5363375"/>
                </a:lnTo>
                <a:lnTo>
                  <a:pt x="854265" y="5165839"/>
                </a:lnTo>
                <a:close/>
              </a:path>
              <a:path extrusionOk="0" h="6985634" w="8126730">
                <a:moveTo>
                  <a:pt x="854265" y="4735360"/>
                </a:moveTo>
                <a:lnTo>
                  <a:pt x="12" y="4735360"/>
                </a:lnTo>
                <a:lnTo>
                  <a:pt x="12" y="4934102"/>
                </a:lnTo>
                <a:lnTo>
                  <a:pt x="854265" y="4934102"/>
                </a:lnTo>
                <a:lnTo>
                  <a:pt x="854265" y="4735360"/>
                </a:lnTo>
                <a:close/>
              </a:path>
              <a:path extrusionOk="0" h="6985634" w="8126730">
                <a:moveTo>
                  <a:pt x="854265" y="4304881"/>
                </a:moveTo>
                <a:lnTo>
                  <a:pt x="12" y="4304881"/>
                </a:lnTo>
                <a:lnTo>
                  <a:pt x="12" y="4504817"/>
                </a:lnTo>
                <a:lnTo>
                  <a:pt x="854265" y="4504817"/>
                </a:lnTo>
                <a:lnTo>
                  <a:pt x="854265" y="4304881"/>
                </a:lnTo>
                <a:close/>
              </a:path>
              <a:path extrusionOk="0" h="6985634" w="8126730">
                <a:moveTo>
                  <a:pt x="854265" y="3874389"/>
                </a:moveTo>
                <a:lnTo>
                  <a:pt x="12" y="3874389"/>
                </a:lnTo>
                <a:lnTo>
                  <a:pt x="12" y="4075531"/>
                </a:lnTo>
                <a:lnTo>
                  <a:pt x="854265" y="4075531"/>
                </a:lnTo>
                <a:lnTo>
                  <a:pt x="854265" y="3874389"/>
                </a:lnTo>
                <a:close/>
              </a:path>
              <a:path extrusionOk="0" h="6985634" w="8126730">
                <a:moveTo>
                  <a:pt x="854265" y="3443897"/>
                </a:moveTo>
                <a:lnTo>
                  <a:pt x="12" y="3443897"/>
                </a:lnTo>
                <a:lnTo>
                  <a:pt x="12" y="3646246"/>
                </a:lnTo>
                <a:lnTo>
                  <a:pt x="854265" y="3646246"/>
                </a:lnTo>
                <a:lnTo>
                  <a:pt x="854265" y="3443897"/>
                </a:lnTo>
                <a:close/>
              </a:path>
              <a:path extrusionOk="0" h="6985634" w="8126730">
                <a:moveTo>
                  <a:pt x="854265" y="3013405"/>
                </a:moveTo>
                <a:lnTo>
                  <a:pt x="12" y="3013405"/>
                </a:lnTo>
                <a:lnTo>
                  <a:pt x="12" y="3216960"/>
                </a:lnTo>
                <a:lnTo>
                  <a:pt x="854265" y="3216960"/>
                </a:lnTo>
                <a:lnTo>
                  <a:pt x="854265" y="3013405"/>
                </a:lnTo>
                <a:close/>
              </a:path>
              <a:path extrusionOk="0" h="6985634" w="8126730">
                <a:moveTo>
                  <a:pt x="854265" y="2582926"/>
                </a:moveTo>
                <a:lnTo>
                  <a:pt x="12" y="2582926"/>
                </a:lnTo>
                <a:lnTo>
                  <a:pt x="12" y="2787688"/>
                </a:lnTo>
                <a:lnTo>
                  <a:pt x="854265" y="2787688"/>
                </a:lnTo>
                <a:lnTo>
                  <a:pt x="854265" y="2582926"/>
                </a:lnTo>
                <a:close/>
              </a:path>
              <a:path extrusionOk="0" h="6985634" w="8126730">
                <a:moveTo>
                  <a:pt x="854265" y="2152434"/>
                </a:moveTo>
                <a:lnTo>
                  <a:pt x="12" y="2152434"/>
                </a:lnTo>
                <a:lnTo>
                  <a:pt x="12" y="2358402"/>
                </a:lnTo>
                <a:lnTo>
                  <a:pt x="854265" y="2358402"/>
                </a:lnTo>
                <a:lnTo>
                  <a:pt x="854265" y="2152434"/>
                </a:lnTo>
                <a:close/>
              </a:path>
              <a:path extrusionOk="0" h="6985634" w="8126730">
                <a:moveTo>
                  <a:pt x="854265" y="1721942"/>
                </a:moveTo>
                <a:lnTo>
                  <a:pt x="12" y="1721942"/>
                </a:lnTo>
                <a:lnTo>
                  <a:pt x="12" y="1929117"/>
                </a:lnTo>
                <a:lnTo>
                  <a:pt x="854265" y="1929117"/>
                </a:lnTo>
                <a:lnTo>
                  <a:pt x="854265" y="1721942"/>
                </a:lnTo>
                <a:close/>
              </a:path>
              <a:path extrusionOk="0" h="6985634" w="8126730">
                <a:moveTo>
                  <a:pt x="854265" y="1291463"/>
                </a:moveTo>
                <a:lnTo>
                  <a:pt x="12" y="1291463"/>
                </a:lnTo>
                <a:lnTo>
                  <a:pt x="12" y="1499831"/>
                </a:lnTo>
                <a:lnTo>
                  <a:pt x="854265" y="1499831"/>
                </a:lnTo>
                <a:lnTo>
                  <a:pt x="854265" y="1291463"/>
                </a:lnTo>
                <a:close/>
              </a:path>
              <a:path extrusionOk="0" h="6985634" w="8126730">
                <a:moveTo>
                  <a:pt x="854265" y="860983"/>
                </a:moveTo>
                <a:lnTo>
                  <a:pt x="12" y="860983"/>
                </a:lnTo>
                <a:lnTo>
                  <a:pt x="12" y="1070559"/>
                </a:lnTo>
                <a:lnTo>
                  <a:pt x="854265" y="1070559"/>
                </a:lnTo>
                <a:lnTo>
                  <a:pt x="854265" y="860983"/>
                </a:lnTo>
                <a:close/>
              </a:path>
              <a:path extrusionOk="0" h="6985634" w="8126730">
                <a:moveTo>
                  <a:pt x="854265" y="430491"/>
                </a:moveTo>
                <a:lnTo>
                  <a:pt x="12" y="430491"/>
                </a:lnTo>
                <a:lnTo>
                  <a:pt x="12" y="641273"/>
                </a:lnTo>
                <a:lnTo>
                  <a:pt x="854265" y="641273"/>
                </a:lnTo>
                <a:lnTo>
                  <a:pt x="854265" y="430491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789320"/>
                </a:lnTo>
                <a:lnTo>
                  <a:pt x="6930390" y="584168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5935827"/>
                </a:lnTo>
                <a:lnTo>
                  <a:pt x="6930390" y="5984633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082322"/>
                </a:lnTo>
                <a:lnTo>
                  <a:pt x="6930390" y="6127585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228829"/>
                </a:lnTo>
                <a:lnTo>
                  <a:pt x="6930390" y="6270536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375349"/>
                </a:lnTo>
                <a:lnTo>
                  <a:pt x="6930390" y="6413487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521844"/>
                </a:lnTo>
                <a:lnTo>
                  <a:pt x="6930390" y="6556438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668351"/>
                </a:lnTo>
                <a:lnTo>
                  <a:pt x="6930390" y="6699402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814858"/>
                </a:lnTo>
                <a:lnTo>
                  <a:pt x="6930390" y="6842341"/>
                </a:lnTo>
                <a:lnTo>
                  <a:pt x="8126362" y="5789320"/>
                </a:lnTo>
                <a:close/>
              </a:path>
              <a:path extrusionOk="0" h="6985634" w="8126730">
                <a:moveTo>
                  <a:pt x="8126362" y="5789320"/>
                </a:moveTo>
                <a:lnTo>
                  <a:pt x="6930390" y="6961365"/>
                </a:lnTo>
                <a:lnTo>
                  <a:pt x="6930390" y="6985292"/>
                </a:lnTo>
                <a:lnTo>
                  <a:pt x="8126362" y="5789320"/>
                </a:lnTo>
                <a:close/>
              </a:path>
            </a:pathLst>
          </a:custGeom>
          <a:solidFill>
            <a:srgbClr val="90A0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1" name="Google Shape;53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9225" y="295100"/>
            <a:ext cx="1972325" cy="5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idx="1" type="body"/>
          </p:nvPr>
        </p:nvSpPr>
        <p:spPr>
          <a:xfrm>
            <a:off x="271253" y="833140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4" name="Google Shape;534;p11"/>
          <p:cNvSpPr txBox="1"/>
          <p:nvPr>
            <p:ph idx="2" type="body"/>
          </p:nvPr>
        </p:nvSpPr>
        <p:spPr>
          <a:xfrm>
            <a:off x="271254" y="558655"/>
            <a:ext cx="9105328" cy="305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5" name="Google Shape;535;p11"/>
          <p:cNvSpPr txBox="1"/>
          <p:nvPr>
            <p:ph idx="3" type="body"/>
          </p:nvPr>
        </p:nvSpPr>
        <p:spPr>
          <a:xfrm>
            <a:off x="813514" y="2249093"/>
            <a:ext cx="3311918" cy="271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3BA2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A3BA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6" name="Google Shape;536;p11"/>
          <p:cNvSpPr txBox="1"/>
          <p:nvPr>
            <p:ph idx="4" type="body"/>
          </p:nvPr>
        </p:nvSpPr>
        <p:spPr>
          <a:xfrm>
            <a:off x="4823917" y="2249092"/>
            <a:ext cx="6091569" cy="27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7" name="Google Shape;537;p11"/>
          <p:cNvSpPr txBox="1"/>
          <p:nvPr>
            <p:ph idx="5" type="body"/>
          </p:nvPr>
        </p:nvSpPr>
        <p:spPr>
          <a:xfrm>
            <a:off x="7142627" y="6566902"/>
            <a:ext cx="4862560" cy="20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C2C2C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538" name="Google Shape;538;p11"/>
          <p:cNvGrpSpPr/>
          <p:nvPr/>
        </p:nvGrpSpPr>
        <p:grpSpPr>
          <a:xfrm>
            <a:off x="0" y="6344554"/>
            <a:ext cx="9069309" cy="302872"/>
            <a:chOff x="0" y="10689312"/>
            <a:chExt cx="13090804" cy="437171"/>
          </a:xfrm>
        </p:grpSpPr>
        <p:grpSp>
          <p:nvGrpSpPr>
            <p:cNvPr id="539" name="Google Shape;539;p11"/>
            <p:cNvGrpSpPr/>
            <p:nvPr/>
          </p:nvGrpSpPr>
          <p:grpSpPr>
            <a:xfrm>
              <a:off x="0" y="10690041"/>
              <a:ext cx="858479" cy="435034"/>
              <a:chOff x="0" y="10690041"/>
              <a:chExt cx="858479" cy="435034"/>
            </a:xfrm>
          </p:grpSpPr>
          <p:sp>
            <p:nvSpPr>
              <p:cNvPr id="540" name="Google Shape;540;p11"/>
              <p:cNvSpPr/>
              <p:nvPr/>
            </p:nvSpPr>
            <p:spPr>
              <a:xfrm>
                <a:off x="0" y="10690548"/>
                <a:ext cx="423545" cy="423545"/>
              </a:xfrm>
              <a:custGeom>
                <a:rect b="b" l="l" r="r" t="t"/>
                <a:pathLst>
                  <a:path extrusionOk="0" h="423545" w="423545">
                    <a:moveTo>
                      <a:pt x="423265" y="76"/>
                    </a:moveTo>
                    <a:lnTo>
                      <a:pt x="0" y="112052"/>
                    </a:lnTo>
                    <a:lnTo>
                      <a:pt x="0" y="124612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265" y="76"/>
                    </a:moveTo>
                    <a:lnTo>
                      <a:pt x="0" y="149402"/>
                    </a:lnTo>
                    <a:lnTo>
                      <a:pt x="0" y="161963"/>
                    </a:lnTo>
                    <a:lnTo>
                      <a:pt x="423265" y="76"/>
                    </a:lnTo>
                    <a:close/>
                  </a:path>
                  <a:path extrusionOk="0" h="423545" w="423545">
                    <a:moveTo>
                      <a:pt x="423341" y="38"/>
                    </a:moveTo>
                    <a:lnTo>
                      <a:pt x="0" y="74688"/>
                    </a:lnTo>
                    <a:lnTo>
                      <a:pt x="0" y="87236"/>
                    </a:lnTo>
                    <a:lnTo>
                      <a:pt x="423341" y="38"/>
                    </a:lnTo>
                    <a:close/>
                  </a:path>
                  <a:path extrusionOk="0" h="423545" w="423545">
                    <a:moveTo>
                      <a:pt x="423379" y="38"/>
                    </a:move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0"/>
                    </a:lnTo>
                    <a:lnTo>
                      <a:pt x="0" y="1252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50"/>
                    </a:lnTo>
                    <a:lnTo>
                      <a:pt x="0" y="49872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186753"/>
                    </a:lnTo>
                    <a:lnTo>
                      <a:pt x="0" y="19933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24091"/>
                    </a:lnTo>
                    <a:lnTo>
                      <a:pt x="0" y="236689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61454"/>
                    </a:lnTo>
                    <a:lnTo>
                      <a:pt x="0" y="27405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298805"/>
                    </a:lnTo>
                    <a:lnTo>
                      <a:pt x="0" y="311416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36143"/>
                    </a:lnTo>
                    <a:lnTo>
                      <a:pt x="0" y="348780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373494"/>
                    </a:lnTo>
                    <a:lnTo>
                      <a:pt x="0" y="386143"/>
                    </a:lnTo>
                    <a:lnTo>
                      <a:pt x="423494" y="0"/>
                    </a:lnTo>
                    <a:close/>
                  </a:path>
                  <a:path extrusionOk="0" h="423545" w="423545">
                    <a:moveTo>
                      <a:pt x="423494" y="0"/>
                    </a:moveTo>
                    <a:lnTo>
                      <a:pt x="0" y="410857"/>
                    </a:lnTo>
                    <a:lnTo>
                      <a:pt x="0" y="423506"/>
                    </a:lnTo>
                    <a:lnTo>
                      <a:pt x="423494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423500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423504" y="10690041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423504" y="10845675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90" y="0"/>
                    </a:moveTo>
                    <a:lnTo>
                      <a:pt x="0" y="0"/>
                    </a:lnTo>
                    <a:lnTo>
                      <a:pt x="279090" y="279090"/>
                    </a:lnTo>
                    <a:lnTo>
                      <a:pt x="27909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44" name="Google Shape;544;p11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423504" y="10845676"/>
                <a:ext cx="279086" cy="2790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5" name="Google Shape;545;p11"/>
            <p:cNvGrpSpPr/>
            <p:nvPr/>
          </p:nvGrpSpPr>
          <p:grpSpPr>
            <a:xfrm>
              <a:off x="858215" y="10690040"/>
              <a:ext cx="1375914" cy="434977"/>
              <a:chOff x="858215" y="10690040"/>
              <a:chExt cx="1375914" cy="434977"/>
            </a:xfrm>
          </p:grpSpPr>
          <p:sp>
            <p:nvSpPr>
              <p:cNvPr id="546" name="Google Shape;546;p11"/>
              <p:cNvSpPr/>
              <p:nvPr/>
            </p:nvSpPr>
            <p:spPr>
              <a:xfrm>
                <a:off x="136443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1364424" y="10720876"/>
                <a:ext cx="434975" cy="373379"/>
              </a:xfrm>
              <a:custGeom>
                <a:rect b="b" l="l" r="r" t="t"/>
                <a:pathLst>
                  <a:path extrusionOk="0" h="373379" w="434975">
                    <a:moveTo>
                      <a:pt x="66509" y="351472"/>
                    </a:moveTo>
                    <a:lnTo>
                      <a:pt x="29095" y="329869"/>
                    </a:lnTo>
                    <a:lnTo>
                      <a:pt x="29095" y="373062"/>
                    </a:lnTo>
                    <a:lnTo>
                      <a:pt x="66509" y="351472"/>
                    </a:lnTo>
                    <a:close/>
                  </a:path>
                  <a:path extrusionOk="0" h="373379" w="434975">
                    <a:moveTo>
                      <a:pt x="66509" y="21590"/>
                    </a:moveTo>
                    <a:lnTo>
                      <a:pt x="29095" y="0"/>
                    </a:lnTo>
                    <a:lnTo>
                      <a:pt x="29095" y="43192"/>
                    </a:lnTo>
                    <a:lnTo>
                      <a:pt x="66509" y="21590"/>
                    </a:lnTo>
                    <a:close/>
                  </a:path>
                  <a:path extrusionOk="0" h="373379" w="434975">
                    <a:moveTo>
                      <a:pt x="135178" y="351472"/>
                    </a:moveTo>
                    <a:lnTo>
                      <a:pt x="97764" y="329869"/>
                    </a:lnTo>
                    <a:lnTo>
                      <a:pt x="97764" y="373062"/>
                    </a:lnTo>
                    <a:lnTo>
                      <a:pt x="135178" y="351472"/>
                    </a:lnTo>
                    <a:close/>
                  </a:path>
                  <a:path extrusionOk="0" h="373379" w="434975">
                    <a:moveTo>
                      <a:pt x="135178" y="21590"/>
                    </a:moveTo>
                    <a:lnTo>
                      <a:pt x="97764" y="0"/>
                    </a:lnTo>
                    <a:lnTo>
                      <a:pt x="97764" y="43192"/>
                    </a:lnTo>
                    <a:lnTo>
                      <a:pt x="135178" y="21590"/>
                    </a:lnTo>
                    <a:close/>
                  </a:path>
                  <a:path extrusionOk="0" h="373379" w="434975">
                    <a:moveTo>
                      <a:pt x="203847" y="351472"/>
                    </a:moveTo>
                    <a:lnTo>
                      <a:pt x="166433" y="329869"/>
                    </a:lnTo>
                    <a:lnTo>
                      <a:pt x="166433" y="373062"/>
                    </a:lnTo>
                    <a:lnTo>
                      <a:pt x="203847" y="351472"/>
                    </a:lnTo>
                    <a:close/>
                  </a:path>
                  <a:path extrusionOk="0" h="373379" w="434975">
                    <a:moveTo>
                      <a:pt x="203847" y="21590"/>
                    </a:moveTo>
                    <a:lnTo>
                      <a:pt x="166433" y="0"/>
                    </a:lnTo>
                    <a:lnTo>
                      <a:pt x="166433" y="43192"/>
                    </a:lnTo>
                    <a:lnTo>
                      <a:pt x="203847" y="21590"/>
                    </a:lnTo>
                    <a:close/>
                  </a:path>
                  <a:path extrusionOk="0" h="373379" w="434975">
                    <a:moveTo>
                      <a:pt x="272516" y="351472"/>
                    </a:moveTo>
                    <a:lnTo>
                      <a:pt x="235102" y="329869"/>
                    </a:lnTo>
                    <a:lnTo>
                      <a:pt x="235102" y="373062"/>
                    </a:lnTo>
                    <a:lnTo>
                      <a:pt x="272516" y="351472"/>
                    </a:lnTo>
                    <a:close/>
                  </a:path>
                  <a:path extrusionOk="0" h="373379" w="434975">
                    <a:moveTo>
                      <a:pt x="272516" y="21590"/>
                    </a:moveTo>
                    <a:lnTo>
                      <a:pt x="235102" y="0"/>
                    </a:lnTo>
                    <a:lnTo>
                      <a:pt x="235102" y="43192"/>
                    </a:lnTo>
                    <a:lnTo>
                      <a:pt x="272516" y="21590"/>
                    </a:lnTo>
                    <a:close/>
                  </a:path>
                  <a:path extrusionOk="0" h="373379" w="434975">
                    <a:moveTo>
                      <a:pt x="341185" y="351472"/>
                    </a:moveTo>
                    <a:lnTo>
                      <a:pt x="303771" y="329869"/>
                    </a:lnTo>
                    <a:lnTo>
                      <a:pt x="303771" y="373062"/>
                    </a:lnTo>
                    <a:lnTo>
                      <a:pt x="341185" y="351472"/>
                    </a:lnTo>
                    <a:close/>
                  </a:path>
                  <a:path extrusionOk="0" h="373379" w="434975">
                    <a:moveTo>
                      <a:pt x="341185" y="21590"/>
                    </a:moveTo>
                    <a:lnTo>
                      <a:pt x="303771" y="0"/>
                    </a:lnTo>
                    <a:lnTo>
                      <a:pt x="303771" y="43192"/>
                    </a:lnTo>
                    <a:lnTo>
                      <a:pt x="341185" y="21590"/>
                    </a:lnTo>
                    <a:close/>
                  </a:path>
                  <a:path extrusionOk="0" h="373379" w="434975">
                    <a:moveTo>
                      <a:pt x="409854" y="351472"/>
                    </a:moveTo>
                    <a:lnTo>
                      <a:pt x="372440" y="329869"/>
                    </a:lnTo>
                    <a:lnTo>
                      <a:pt x="372440" y="373062"/>
                    </a:lnTo>
                    <a:lnTo>
                      <a:pt x="409854" y="351472"/>
                    </a:lnTo>
                    <a:close/>
                  </a:path>
                  <a:path extrusionOk="0" h="373379" w="434975">
                    <a:moveTo>
                      <a:pt x="409854" y="21590"/>
                    </a:moveTo>
                    <a:lnTo>
                      <a:pt x="372440" y="0"/>
                    </a:lnTo>
                    <a:lnTo>
                      <a:pt x="372440" y="43192"/>
                    </a:lnTo>
                    <a:lnTo>
                      <a:pt x="409854" y="21590"/>
                    </a:lnTo>
                    <a:close/>
                  </a:path>
                  <a:path extrusionOk="0" h="373379" w="434975">
                    <a:moveTo>
                      <a:pt x="434721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34721" y="305295"/>
                    </a:lnTo>
                    <a:lnTo>
                      <a:pt x="434721" y="272110"/>
                    </a:lnTo>
                    <a:close/>
                  </a:path>
                  <a:path extrusionOk="0" h="373379" w="434975">
                    <a:moveTo>
                      <a:pt x="434721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34721" y="237528"/>
                    </a:lnTo>
                    <a:lnTo>
                      <a:pt x="434721" y="204343"/>
                    </a:lnTo>
                    <a:close/>
                  </a:path>
                  <a:path extrusionOk="0" h="373379" w="434975">
                    <a:moveTo>
                      <a:pt x="434721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34721" y="169760"/>
                    </a:lnTo>
                    <a:lnTo>
                      <a:pt x="434721" y="136575"/>
                    </a:lnTo>
                    <a:close/>
                  </a:path>
                  <a:path extrusionOk="0" h="373379" w="434975">
                    <a:moveTo>
                      <a:pt x="434721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34721" y="101993"/>
                    </a:lnTo>
                    <a:lnTo>
                      <a:pt x="434721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1799154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1858370" y="10749260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50" name="Google Shape;550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7253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1" name="Google Shape;551;p11"/>
              <p:cNvSpPr/>
              <p:nvPr/>
            </p:nvSpPr>
            <p:spPr>
              <a:xfrm>
                <a:off x="858220" y="10690042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858215" y="10690040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30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53" name="Google Shape;553;p11"/>
            <p:cNvGrpSpPr/>
            <p:nvPr/>
          </p:nvGrpSpPr>
          <p:grpSpPr>
            <a:xfrm>
              <a:off x="2740081" y="10690766"/>
              <a:ext cx="869693" cy="434986"/>
              <a:chOff x="2740081" y="10690766"/>
              <a:chExt cx="869693" cy="434986"/>
            </a:xfrm>
          </p:grpSpPr>
          <p:sp>
            <p:nvSpPr>
              <p:cNvPr id="554" name="Google Shape;554;p11"/>
              <p:cNvSpPr/>
              <p:nvPr/>
            </p:nvSpPr>
            <p:spPr>
              <a:xfrm>
                <a:off x="317479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174797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0" y="0"/>
                    </a:lnTo>
                    <a:lnTo>
                      <a:pt x="148386" y="215874"/>
                    </a:lnTo>
                    <a:lnTo>
                      <a:pt x="0" y="434721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21" y="215874"/>
                    </a:moveTo>
                    <a:lnTo>
                      <a:pt x="0" y="0"/>
                    </a:lnTo>
                    <a:lnTo>
                      <a:pt x="286219" y="215874"/>
                    </a:lnTo>
                    <a:lnTo>
                      <a:pt x="0" y="434721"/>
                    </a:lnTo>
                    <a:lnTo>
                      <a:pt x="434721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6" name="Google Shape;556;p11"/>
              <p:cNvSpPr/>
              <p:nvPr/>
            </p:nvSpPr>
            <p:spPr>
              <a:xfrm>
                <a:off x="2740081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7" name="Google Shape;557;p11"/>
              <p:cNvSpPr/>
              <p:nvPr/>
            </p:nvSpPr>
            <p:spPr>
              <a:xfrm>
                <a:off x="2820586" y="10771274"/>
                <a:ext cx="274319" cy="274320"/>
              </a:xfrm>
              <a:custGeom>
                <a:rect b="b" l="l" r="r" t="t"/>
                <a:pathLst>
                  <a:path extrusionOk="0" h="274320" w="274319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>
                <a:off x="2904819" y="10827568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59" name="Google Shape;559;p11"/>
            <p:cNvGrpSpPr/>
            <p:nvPr/>
          </p:nvGrpSpPr>
          <p:grpSpPr>
            <a:xfrm>
              <a:off x="2233866" y="10689316"/>
              <a:ext cx="506730" cy="434975"/>
              <a:chOff x="2233866" y="10689316"/>
              <a:chExt cx="506730" cy="434975"/>
            </a:xfrm>
          </p:grpSpPr>
          <p:sp>
            <p:nvSpPr>
              <p:cNvPr id="560" name="Google Shape;560;p11"/>
              <p:cNvSpPr/>
              <p:nvPr/>
            </p:nvSpPr>
            <p:spPr>
              <a:xfrm>
                <a:off x="2233866" y="10689316"/>
                <a:ext cx="506730" cy="434975"/>
              </a:xfrm>
              <a:custGeom>
                <a:rect b="b" l="l" r="r" t="t"/>
                <a:pathLst>
                  <a:path extrusionOk="0" h="434975" w="506730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1" name="Google Shape;561;p11"/>
              <p:cNvSpPr/>
              <p:nvPr/>
            </p:nvSpPr>
            <p:spPr>
              <a:xfrm>
                <a:off x="2430364" y="10826784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62" name="Google Shape;562;p11"/>
            <p:cNvSpPr/>
            <p:nvPr/>
          </p:nvSpPr>
          <p:spPr>
            <a:xfrm>
              <a:off x="6796786" y="10691450"/>
              <a:ext cx="436245" cy="434975"/>
            </a:xfrm>
            <a:custGeom>
              <a:rect b="b" l="l" r="r" t="t"/>
              <a:pathLst>
                <a:path extrusionOk="0" h="434975" w="436245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5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5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5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5">
                  <a:moveTo>
                    <a:pt x="435978" y="101"/>
                  </a:moveTo>
                  <a:close/>
                </a:path>
                <a:path extrusionOk="0" h="434975" w="436245">
                  <a:moveTo>
                    <a:pt x="435978" y="50"/>
                  </a:move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5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5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63" name="Google Shape;563;p11"/>
            <p:cNvGrpSpPr/>
            <p:nvPr/>
          </p:nvGrpSpPr>
          <p:grpSpPr>
            <a:xfrm>
              <a:off x="4987111" y="10691448"/>
              <a:ext cx="869699" cy="434990"/>
              <a:chOff x="4987111" y="10691448"/>
              <a:chExt cx="869699" cy="434990"/>
            </a:xfrm>
          </p:grpSpPr>
          <p:sp>
            <p:nvSpPr>
              <p:cNvPr id="564" name="Google Shape;564;p11"/>
              <p:cNvSpPr/>
              <p:nvPr/>
            </p:nvSpPr>
            <p:spPr>
              <a:xfrm>
                <a:off x="5421835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5" name="Google Shape;565;p11"/>
              <p:cNvSpPr/>
              <p:nvPr/>
            </p:nvSpPr>
            <p:spPr>
              <a:xfrm>
                <a:off x="5421820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58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58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12" y="0"/>
                    </a:lnTo>
                    <a:lnTo>
                      <a:pt x="148399" y="215861"/>
                    </a:lnTo>
                    <a:lnTo>
                      <a:pt x="12" y="434721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12" y="0"/>
                    </a:lnTo>
                    <a:lnTo>
                      <a:pt x="286232" y="215861"/>
                    </a:lnTo>
                    <a:lnTo>
                      <a:pt x="12" y="434721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6" name="Google Shape;566;p11"/>
              <p:cNvSpPr/>
              <p:nvPr/>
            </p:nvSpPr>
            <p:spPr>
              <a:xfrm>
                <a:off x="498711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7" name="Google Shape;567;p11"/>
              <p:cNvSpPr/>
              <p:nvPr/>
            </p:nvSpPr>
            <p:spPr>
              <a:xfrm>
                <a:off x="5067620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68" name="Google Shape;568;p11"/>
              <p:cNvSpPr/>
              <p:nvPr/>
            </p:nvSpPr>
            <p:spPr>
              <a:xfrm>
                <a:off x="5151854" y="10828250"/>
                <a:ext cx="135889" cy="157479"/>
              </a:xfrm>
              <a:custGeom>
                <a:rect b="b" l="l" r="r" t="t"/>
                <a:pathLst>
                  <a:path extrusionOk="0" h="157479" w="135889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69" name="Google Shape;569;p11"/>
            <p:cNvGrpSpPr/>
            <p:nvPr/>
          </p:nvGrpSpPr>
          <p:grpSpPr>
            <a:xfrm>
              <a:off x="4046184" y="10690002"/>
              <a:ext cx="941448" cy="436346"/>
              <a:chOff x="4046184" y="10690002"/>
              <a:chExt cx="941448" cy="436346"/>
            </a:xfrm>
          </p:grpSpPr>
          <p:sp>
            <p:nvSpPr>
              <p:cNvPr id="570" name="Google Shape;570;p11"/>
              <p:cNvSpPr/>
              <p:nvPr/>
            </p:nvSpPr>
            <p:spPr>
              <a:xfrm>
                <a:off x="4046868" y="10691373"/>
                <a:ext cx="434339" cy="434975"/>
              </a:xfrm>
              <a:custGeom>
                <a:rect b="b" l="l" r="r" t="t"/>
                <a:pathLst>
                  <a:path extrusionOk="0" h="434975" w="434339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1" name="Google Shape;571;p11"/>
              <p:cNvSpPr/>
              <p:nvPr/>
            </p:nvSpPr>
            <p:spPr>
              <a:xfrm>
                <a:off x="4046184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2" name="Google Shape;572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4619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3" name="Google Shape;573;p11"/>
              <p:cNvSpPr/>
              <p:nvPr/>
            </p:nvSpPr>
            <p:spPr>
              <a:xfrm>
                <a:off x="4480903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94" y="0"/>
                    </a:lnTo>
                    <a:lnTo>
                      <a:pt x="196494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94" y="296392"/>
                    </a:lnTo>
                    <a:lnTo>
                      <a:pt x="196494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4" name="Google Shape;574;p11"/>
              <p:cNvSpPr/>
              <p:nvPr/>
            </p:nvSpPr>
            <p:spPr>
              <a:xfrm>
                <a:off x="4677400" y="10827465"/>
                <a:ext cx="113664" cy="159384"/>
              </a:xfrm>
              <a:custGeom>
                <a:rect b="b" l="l" r="r" t="t"/>
                <a:pathLst>
                  <a:path extrusionOk="0" h="159384" w="113664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75" name="Google Shape;575;p11"/>
            <p:cNvGrpSpPr/>
            <p:nvPr/>
          </p:nvGrpSpPr>
          <p:grpSpPr>
            <a:xfrm>
              <a:off x="5856551" y="10691448"/>
              <a:ext cx="941449" cy="435035"/>
              <a:chOff x="5856551" y="10691448"/>
              <a:chExt cx="941449" cy="435035"/>
            </a:xfrm>
          </p:grpSpPr>
          <p:sp>
            <p:nvSpPr>
              <p:cNvPr id="576" name="Google Shape;576;p11"/>
              <p:cNvSpPr/>
              <p:nvPr/>
            </p:nvSpPr>
            <p:spPr>
              <a:xfrm>
                <a:off x="5856551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7" name="Google Shape;577;p11"/>
              <p:cNvSpPr/>
              <p:nvPr/>
            </p:nvSpPr>
            <p:spPr>
              <a:xfrm>
                <a:off x="585655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78" name="Google Shape;578;p11"/>
              <p:cNvSpPr/>
              <p:nvPr/>
            </p:nvSpPr>
            <p:spPr>
              <a:xfrm>
                <a:off x="5856558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79" name="Google Shape;579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56556" y="10847083"/>
                <a:ext cx="279083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0" name="Google Shape;580;p11"/>
              <p:cNvSpPr/>
              <p:nvPr/>
            </p:nvSpPr>
            <p:spPr>
              <a:xfrm>
                <a:off x="6291271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1" name="Google Shape;581;p11"/>
              <p:cNvSpPr/>
              <p:nvPr/>
            </p:nvSpPr>
            <p:spPr>
              <a:xfrm>
                <a:off x="6291262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82" name="Google Shape;582;p11"/>
            <p:cNvGrpSpPr/>
            <p:nvPr/>
          </p:nvGrpSpPr>
          <p:grpSpPr>
            <a:xfrm>
              <a:off x="3611467" y="10689312"/>
              <a:ext cx="434975" cy="434975"/>
              <a:chOff x="3611467" y="10689312"/>
              <a:chExt cx="434975" cy="434975"/>
            </a:xfrm>
          </p:grpSpPr>
          <p:sp>
            <p:nvSpPr>
              <p:cNvPr id="583" name="Google Shape;583;p11"/>
              <p:cNvSpPr/>
              <p:nvPr/>
            </p:nvSpPr>
            <p:spPr>
              <a:xfrm>
                <a:off x="3611467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4" name="Google Shape;584;p11"/>
              <p:cNvSpPr/>
              <p:nvPr/>
            </p:nvSpPr>
            <p:spPr>
              <a:xfrm>
                <a:off x="3670685" y="10748534"/>
                <a:ext cx="316864" cy="316865"/>
              </a:xfrm>
              <a:custGeom>
                <a:rect b="b" l="l" r="r" t="t"/>
                <a:pathLst>
                  <a:path extrusionOk="0" h="316865" w="316864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85" name="Google Shape;585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8485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6" name="Google Shape;586;p11"/>
            <p:cNvGrpSpPr/>
            <p:nvPr/>
          </p:nvGrpSpPr>
          <p:grpSpPr>
            <a:xfrm>
              <a:off x="7228599" y="10690042"/>
              <a:ext cx="863299" cy="434975"/>
              <a:chOff x="7228599" y="10690042"/>
              <a:chExt cx="863299" cy="434975"/>
            </a:xfrm>
          </p:grpSpPr>
          <p:sp>
            <p:nvSpPr>
              <p:cNvPr id="587" name="Google Shape;587;p11"/>
              <p:cNvSpPr/>
              <p:nvPr/>
            </p:nvSpPr>
            <p:spPr>
              <a:xfrm>
                <a:off x="7228602" y="10690042"/>
                <a:ext cx="428625" cy="434975"/>
              </a:xfrm>
              <a:custGeom>
                <a:rect b="b" l="l" r="r" t="t"/>
                <a:pathLst>
                  <a:path extrusionOk="0" h="434975" w="428625">
                    <a:moveTo>
                      <a:pt x="428320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28320" y="434719"/>
                    </a:lnTo>
                    <a:lnTo>
                      <a:pt x="42832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8" name="Google Shape;588;p11"/>
              <p:cNvSpPr/>
              <p:nvPr/>
            </p:nvSpPr>
            <p:spPr>
              <a:xfrm>
                <a:off x="7228599" y="10720876"/>
                <a:ext cx="428625" cy="373379"/>
              </a:xfrm>
              <a:custGeom>
                <a:rect b="b" l="l" r="r" t="t"/>
                <a:pathLst>
                  <a:path extrusionOk="0" h="373379" w="428625">
                    <a:moveTo>
                      <a:pt x="60096" y="351472"/>
                    </a:moveTo>
                    <a:lnTo>
                      <a:pt x="22682" y="329869"/>
                    </a:lnTo>
                    <a:lnTo>
                      <a:pt x="22682" y="373062"/>
                    </a:lnTo>
                    <a:lnTo>
                      <a:pt x="60096" y="351472"/>
                    </a:lnTo>
                    <a:close/>
                  </a:path>
                  <a:path extrusionOk="0" h="373379" w="428625">
                    <a:moveTo>
                      <a:pt x="60096" y="21590"/>
                    </a:moveTo>
                    <a:lnTo>
                      <a:pt x="22682" y="0"/>
                    </a:lnTo>
                    <a:lnTo>
                      <a:pt x="22682" y="43192"/>
                    </a:lnTo>
                    <a:lnTo>
                      <a:pt x="60096" y="21590"/>
                    </a:lnTo>
                    <a:close/>
                  </a:path>
                  <a:path extrusionOk="0" h="373379" w="428625">
                    <a:moveTo>
                      <a:pt x="128765" y="351472"/>
                    </a:moveTo>
                    <a:lnTo>
                      <a:pt x="91351" y="329869"/>
                    </a:lnTo>
                    <a:lnTo>
                      <a:pt x="91351" y="373062"/>
                    </a:lnTo>
                    <a:lnTo>
                      <a:pt x="128765" y="351472"/>
                    </a:lnTo>
                    <a:close/>
                  </a:path>
                  <a:path extrusionOk="0" h="373379" w="428625">
                    <a:moveTo>
                      <a:pt x="128765" y="21590"/>
                    </a:moveTo>
                    <a:lnTo>
                      <a:pt x="91351" y="0"/>
                    </a:lnTo>
                    <a:lnTo>
                      <a:pt x="91351" y="43192"/>
                    </a:lnTo>
                    <a:lnTo>
                      <a:pt x="128765" y="21590"/>
                    </a:lnTo>
                    <a:close/>
                  </a:path>
                  <a:path extrusionOk="0" h="373379" w="428625">
                    <a:moveTo>
                      <a:pt x="197434" y="351472"/>
                    </a:moveTo>
                    <a:lnTo>
                      <a:pt x="160032" y="329869"/>
                    </a:lnTo>
                    <a:lnTo>
                      <a:pt x="160032" y="373062"/>
                    </a:lnTo>
                    <a:lnTo>
                      <a:pt x="197434" y="351472"/>
                    </a:lnTo>
                    <a:close/>
                  </a:path>
                  <a:path extrusionOk="0" h="373379" w="428625">
                    <a:moveTo>
                      <a:pt x="197434" y="21590"/>
                    </a:moveTo>
                    <a:lnTo>
                      <a:pt x="160032" y="0"/>
                    </a:lnTo>
                    <a:lnTo>
                      <a:pt x="160032" y="43192"/>
                    </a:lnTo>
                    <a:lnTo>
                      <a:pt x="197434" y="21590"/>
                    </a:lnTo>
                    <a:close/>
                  </a:path>
                  <a:path extrusionOk="0" h="373379" w="428625">
                    <a:moveTo>
                      <a:pt x="266103" y="351472"/>
                    </a:moveTo>
                    <a:lnTo>
                      <a:pt x="228701" y="329869"/>
                    </a:lnTo>
                    <a:lnTo>
                      <a:pt x="228701" y="373062"/>
                    </a:lnTo>
                    <a:lnTo>
                      <a:pt x="266103" y="351472"/>
                    </a:lnTo>
                    <a:close/>
                  </a:path>
                  <a:path extrusionOk="0" h="373379" w="428625">
                    <a:moveTo>
                      <a:pt x="266103" y="21590"/>
                    </a:moveTo>
                    <a:lnTo>
                      <a:pt x="228701" y="0"/>
                    </a:lnTo>
                    <a:lnTo>
                      <a:pt x="228701" y="43192"/>
                    </a:lnTo>
                    <a:lnTo>
                      <a:pt x="266103" y="21590"/>
                    </a:lnTo>
                    <a:close/>
                  </a:path>
                  <a:path extrusionOk="0" h="373379" w="428625">
                    <a:moveTo>
                      <a:pt x="334784" y="351472"/>
                    </a:moveTo>
                    <a:lnTo>
                      <a:pt x="297370" y="329869"/>
                    </a:lnTo>
                    <a:lnTo>
                      <a:pt x="297370" y="373062"/>
                    </a:lnTo>
                    <a:lnTo>
                      <a:pt x="334784" y="351472"/>
                    </a:lnTo>
                    <a:close/>
                  </a:path>
                  <a:path extrusionOk="0" h="373379" w="428625">
                    <a:moveTo>
                      <a:pt x="334784" y="21590"/>
                    </a:moveTo>
                    <a:lnTo>
                      <a:pt x="297370" y="0"/>
                    </a:lnTo>
                    <a:lnTo>
                      <a:pt x="297370" y="43192"/>
                    </a:lnTo>
                    <a:lnTo>
                      <a:pt x="334784" y="21590"/>
                    </a:lnTo>
                    <a:close/>
                  </a:path>
                  <a:path extrusionOk="0" h="373379" w="428625">
                    <a:moveTo>
                      <a:pt x="403453" y="351472"/>
                    </a:moveTo>
                    <a:lnTo>
                      <a:pt x="366039" y="329869"/>
                    </a:lnTo>
                    <a:lnTo>
                      <a:pt x="366039" y="373062"/>
                    </a:lnTo>
                    <a:lnTo>
                      <a:pt x="403453" y="351472"/>
                    </a:lnTo>
                    <a:close/>
                  </a:path>
                  <a:path extrusionOk="0" h="373379" w="428625">
                    <a:moveTo>
                      <a:pt x="403453" y="21590"/>
                    </a:moveTo>
                    <a:lnTo>
                      <a:pt x="366039" y="0"/>
                    </a:lnTo>
                    <a:lnTo>
                      <a:pt x="366039" y="43192"/>
                    </a:lnTo>
                    <a:lnTo>
                      <a:pt x="403453" y="21590"/>
                    </a:lnTo>
                    <a:close/>
                  </a:path>
                  <a:path extrusionOk="0" h="373379" w="428625">
                    <a:moveTo>
                      <a:pt x="428320" y="272110"/>
                    </a:moveTo>
                    <a:lnTo>
                      <a:pt x="0" y="272110"/>
                    </a:lnTo>
                    <a:lnTo>
                      <a:pt x="0" y="305295"/>
                    </a:lnTo>
                    <a:lnTo>
                      <a:pt x="428320" y="305295"/>
                    </a:lnTo>
                    <a:lnTo>
                      <a:pt x="428320" y="272110"/>
                    </a:lnTo>
                    <a:close/>
                  </a:path>
                  <a:path extrusionOk="0" h="373379" w="428625">
                    <a:moveTo>
                      <a:pt x="428320" y="204343"/>
                    </a:moveTo>
                    <a:lnTo>
                      <a:pt x="0" y="204343"/>
                    </a:lnTo>
                    <a:lnTo>
                      <a:pt x="0" y="237528"/>
                    </a:lnTo>
                    <a:lnTo>
                      <a:pt x="428320" y="237528"/>
                    </a:lnTo>
                    <a:lnTo>
                      <a:pt x="428320" y="204343"/>
                    </a:lnTo>
                    <a:close/>
                  </a:path>
                  <a:path extrusionOk="0" h="373379" w="428625">
                    <a:moveTo>
                      <a:pt x="428320" y="136575"/>
                    </a:moveTo>
                    <a:lnTo>
                      <a:pt x="0" y="136575"/>
                    </a:lnTo>
                    <a:lnTo>
                      <a:pt x="0" y="169760"/>
                    </a:lnTo>
                    <a:lnTo>
                      <a:pt x="428320" y="169760"/>
                    </a:lnTo>
                    <a:lnTo>
                      <a:pt x="428320" y="136575"/>
                    </a:lnTo>
                    <a:close/>
                  </a:path>
                  <a:path extrusionOk="0" h="373379" w="428625">
                    <a:moveTo>
                      <a:pt x="428320" y="68808"/>
                    </a:moveTo>
                    <a:lnTo>
                      <a:pt x="0" y="68808"/>
                    </a:lnTo>
                    <a:lnTo>
                      <a:pt x="0" y="101993"/>
                    </a:lnTo>
                    <a:lnTo>
                      <a:pt x="428320" y="101993"/>
                    </a:lnTo>
                    <a:lnTo>
                      <a:pt x="428320" y="68808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>
                <a:off x="7656923" y="1069004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>
                <a:off x="7716139" y="10749260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591" name="Google Shape;591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30305" y="10843364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92" name="Google Shape;592;p11"/>
            <p:cNvGrpSpPr/>
            <p:nvPr/>
          </p:nvGrpSpPr>
          <p:grpSpPr>
            <a:xfrm>
              <a:off x="8597850" y="10690766"/>
              <a:ext cx="869695" cy="434986"/>
              <a:chOff x="8597850" y="10690766"/>
              <a:chExt cx="869695" cy="434986"/>
            </a:xfrm>
          </p:grpSpPr>
          <p:sp>
            <p:nvSpPr>
              <p:cNvPr id="593" name="Google Shape;593;p11"/>
              <p:cNvSpPr/>
              <p:nvPr/>
            </p:nvSpPr>
            <p:spPr>
              <a:xfrm>
                <a:off x="9032569" y="1069077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4" name="Google Shape;594;p11"/>
              <p:cNvSpPr/>
              <p:nvPr/>
            </p:nvSpPr>
            <p:spPr>
              <a:xfrm>
                <a:off x="9032570" y="10690777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33" y="215874"/>
                    </a:moveTo>
                    <a:lnTo>
                      <a:pt x="0" y="0"/>
                    </a:lnTo>
                    <a:lnTo>
                      <a:pt x="58356" y="215874"/>
                    </a:lnTo>
                    <a:lnTo>
                      <a:pt x="0" y="434721"/>
                    </a:lnTo>
                    <a:lnTo>
                      <a:pt x="88633" y="215874"/>
                    </a:lnTo>
                    <a:close/>
                  </a:path>
                  <a:path extrusionOk="0" h="434975" w="434975">
                    <a:moveTo>
                      <a:pt x="225374" y="215874"/>
                    </a:moveTo>
                    <a:lnTo>
                      <a:pt x="38" y="50"/>
                    </a:lnTo>
                    <a:lnTo>
                      <a:pt x="148374" y="215874"/>
                    </a:lnTo>
                    <a:lnTo>
                      <a:pt x="38" y="434682"/>
                    </a:lnTo>
                    <a:lnTo>
                      <a:pt x="225374" y="215874"/>
                    </a:lnTo>
                    <a:close/>
                  </a:path>
                  <a:path extrusionOk="0" h="434975" w="434975">
                    <a:moveTo>
                      <a:pt x="434708" y="215874"/>
                    </a:moveTo>
                    <a:lnTo>
                      <a:pt x="38" y="50"/>
                    </a:lnTo>
                    <a:lnTo>
                      <a:pt x="286219" y="215874"/>
                    </a:lnTo>
                    <a:lnTo>
                      <a:pt x="38" y="434682"/>
                    </a:lnTo>
                    <a:lnTo>
                      <a:pt x="434708" y="215874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5" name="Google Shape;595;p11"/>
              <p:cNvSpPr/>
              <p:nvPr/>
            </p:nvSpPr>
            <p:spPr>
              <a:xfrm>
                <a:off x="8597850" y="10690766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6" name="Google Shape;596;p11"/>
              <p:cNvSpPr/>
              <p:nvPr/>
            </p:nvSpPr>
            <p:spPr>
              <a:xfrm>
                <a:off x="8678355" y="10771274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597" name="Google Shape;597;p11"/>
              <p:cNvSpPr/>
              <p:nvPr/>
            </p:nvSpPr>
            <p:spPr>
              <a:xfrm>
                <a:off x="8762588" y="10827568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8" name="Google Shape;598;p11"/>
            <p:cNvGrpSpPr/>
            <p:nvPr/>
          </p:nvGrpSpPr>
          <p:grpSpPr>
            <a:xfrm>
              <a:off x="8091640" y="10689316"/>
              <a:ext cx="506729" cy="434975"/>
              <a:chOff x="8091640" y="10689316"/>
              <a:chExt cx="506729" cy="434975"/>
            </a:xfrm>
          </p:grpSpPr>
          <p:sp>
            <p:nvSpPr>
              <p:cNvPr id="599" name="Google Shape;599;p11"/>
              <p:cNvSpPr/>
              <p:nvPr/>
            </p:nvSpPr>
            <p:spPr>
              <a:xfrm>
                <a:off x="8091640" y="10689316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9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209" y="216687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0" name="Google Shape;600;p11"/>
              <p:cNvSpPr/>
              <p:nvPr/>
            </p:nvSpPr>
            <p:spPr>
              <a:xfrm>
                <a:off x="8288134" y="10826784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601" name="Google Shape;601;p11"/>
            <p:cNvSpPr/>
            <p:nvPr/>
          </p:nvSpPr>
          <p:spPr>
            <a:xfrm>
              <a:off x="12654560" y="10691450"/>
              <a:ext cx="436244" cy="434975"/>
            </a:xfrm>
            <a:custGeom>
              <a:rect b="b" l="l" r="r" t="t"/>
              <a:pathLst>
                <a:path extrusionOk="0" h="434975" w="436244">
                  <a:moveTo>
                    <a:pt x="435864" y="203"/>
                  </a:moveTo>
                  <a:lnTo>
                    <a:pt x="0" y="345059"/>
                  </a:lnTo>
                  <a:lnTo>
                    <a:pt x="0" y="358025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383400"/>
                  </a:lnTo>
                  <a:lnTo>
                    <a:pt x="0" y="396367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203"/>
                  </a:moveTo>
                  <a:lnTo>
                    <a:pt x="0" y="421741"/>
                  </a:lnTo>
                  <a:lnTo>
                    <a:pt x="0" y="434721"/>
                  </a:lnTo>
                  <a:lnTo>
                    <a:pt x="435864" y="203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15023"/>
                  </a:lnTo>
                  <a:lnTo>
                    <a:pt x="0" y="127914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864" y="88"/>
                  </a:moveTo>
                  <a:lnTo>
                    <a:pt x="0" y="153352"/>
                  </a:lnTo>
                  <a:lnTo>
                    <a:pt x="0" y="166255"/>
                  </a:lnTo>
                  <a:lnTo>
                    <a:pt x="435864" y="88"/>
                  </a:lnTo>
                  <a:close/>
                </a:path>
                <a:path extrusionOk="0" h="434975" w="436244">
                  <a:moveTo>
                    <a:pt x="435940" y="127"/>
                  </a:moveTo>
                  <a:lnTo>
                    <a:pt x="0" y="306717"/>
                  </a:lnTo>
                  <a:lnTo>
                    <a:pt x="0" y="319671"/>
                  </a:lnTo>
                  <a:lnTo>
                    <a:pt x="435940" y="127"/>
                  </a:lnTo>
                  <a:close/>
                </a:path>
                <a:path extrusionOk="0" h="434975" w="436244">
                  <a:moveTo>
                    <a:pt x="435940" y="63"/>
                  </a:moveTo>
                  <a:lnTo>
                    <a:pt x="0" y="191706"/>
                  </a:lnTo>
                  <a:lnTo>
                    <a:pt x="0" y="204609"/>
                  </a:lnTo>
                  <a:lnTo>
                    <a:pt x="435940" y="63"/>
                  </a:lnTo>
                  <a:close/>
                </a:path>
                <a:path extrusionOk="0" h="434975" w="436244">
                  <a:moveTo>
                    <a:pt x="435940" y="50"/>
                  </a:moveTo>
                  <a:lnTo>
                    <a:pt x="0" y="76682"/>
                  </a:lnTo>
                  <a:lnTo>
                    <a:pt x="0" y="89560"/>
                  </a:lnTo>
                  <a:lnTo>
                    <a:pt x="435940" y="50"/>
                  </a:lnTo>
                  <a:close/>
                </a:path>
                <a:path extrusionOk="0" h="434975" w="436244">
                  <a:moveTo>
                    <a:pt x="435978" y="101"/>
                  </a:moveTo>
                  <a:close/>
                </a:path>
                <a:path extrusionOk="0" h="434975" w="436244">
                  <a:moveTo>
                    <a:pt x="435978" y="50"/>
                  </a:move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30035"/>
                  </a:lnTo>
                  <a:lnTo>
                    <a:pt x="0" y="242976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03" y="50"/>
                  </a:moveTo>
                  <a:lnTo>
                    <a:pt x="0" y="268389"/>
                  </a:lnTo>
                  <a:lnTo>
                    <a:pt x="0" y="281317"/>
                  </a:lnTo>
                  <a:lnTo>
                    <a:pt x="436003" y="50"/>
                  </a:lnTo>
                  <a:close/>
                </a:path>
                <a:path extrusionOk="0" h="434975" w="436244">
                  <a:moveTo>
                    <a:pt x="436092" y="12"/>
                  </a:moveTo>
                  <a:lnTo>
                    <a:pt x="0" y="38341"/>
                  </a:lnTo>
                  <a:lnTo>
                    <a:pt x="0" y="51206"/>
                  </a:lnTo>
                  <a:lnTo>
                    <a:pt x="436092" y="12"/>
                  </a:lnTo>
                  <a:close/>
                </a:path>
                <a:path extrusionOk="0" h="434975" w="436244">
                  <a:moveTo>
                    <a:pt x="436092" y="0"/>
                  </a:moveTo>
                  <a:lnTo>
                    <a:pt x="0" y="0"/>
                  </a:lnTo>
                  <a:lnTo>
                    <a:pt x="0" y="12865"/>
                  </a:lnTo>
                  <a:lnTo>
                    <a:pt x="436092" y="0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25"/>
                <a:buFont typeface="Arial"/>
                <a:buNone/>
              </a:pPr>
              <a:r>
                <a:t/>
              </a:r>
              <a:endParaRPr b="0" i="0" sz="262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602" name="Google Shape;602;p11"/>
            <p:cNvGrpSpPr/>
            <p:nvPr/>
          </p:nvGrpSpPr>
          <p:grpSpPr>
            <a:xfrm>
              <a:off x="10844884" y="10691448"/>
              <a:ext cx="869695" cy="434990"/>
              <a:chOff x="10844884" y="10691448"/>
              <a:chExt cx="869695" cy="434990"/>
            </a:xfrm>
          </p:grpSpPr>
          <p:sp>
            <p:nvSpPr>
              <p:cNvPr id="603" name="Google Shape;603;p11"/>
              <p:cNvSpPr/>
              <p:nvPr/>
            </p:nvSpPr>
            <p:spPr>
              <a:xfrm>
                <a:off x="1127960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0" y="0"/>
                    </a:moveTo>
                    <a:lnTo>
                      <a:pt x="0" y="434719"/>
                    </a:lnTo>
                    <a:lnTo>
                      <a:pt x="434719" y="215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4" name="Google Shape;604;p11"/>
              <p:cNvSpPr/>
              <p:nvPr/>
            </p:nvSpPr>
            <p:spPr>
              <a:xfrm>
                <a:off x="11279594" y="10691463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88646" y="215861"/>
                    </a:moveTo>
                    <a:lnTo>
                      <a:pt x="0" y="0"/>
                    </a:lnTo>
                    <a:lnTo>
                      <a:pt x="58369" y="215861"/>
                    </a:lnTo>
                    <a:lnTo>
                      <a:pt x="0" y="434721"/>
                    </a:lnTo>
                    <a:lnTo>
                      <a:pt x="88646" y="215861"/>
                    </a:lnTo>
                    <a:close/>
                  </a:path>
                  <a:path extrusionOk="0" h="434975" w="434975">
                    <a:moveTo>
                      <a:pt x="225386" y="215861"/>
                    </a:moveTo>
                    <a:lnTo>
                      <a:pt x="50" y="50"/>
                    </a:lnTo>
                    <a:lnTo>
                      <a:pt x="148399" y="215861"/>
                    </a:lnTo>
                    <a:lnTo>
                      <a:pt x="50" y="434682"/>
                    </a:lnTo>
                    <a:lnTo>
                      <a:pt x="225386" y="215861"/>
                    </a:lnTo>
                    <a:close/>
                  </a:path>
                  <a:path extrusionOk="0" h="434975" w="434975">
                    <a:moveTo>
                      <a:pt x="434721" y="215861"/>
                    </a:moveTo>
                    <a:lnTo>
                      <a:pt x="50" y="50"/>
                    </a:lnTo>
                    <a:lnTo>
                      <a:pt x="286219" y="215861"/>
                    </a:lnTo>
                    <a:lnTo>
                      <a:pt x="50" y="434682"/>
                    </a:lnTo>
                    <a:lnTo>
                      <a:pt x="434721" y="215861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5" name="Google Shape;605;p11"/>
              <p:cNvSpPr/>
              <p:nvPr/>
            </p:nvSpPr>
            <p:spPr>
              <a:xfrm>
                <a:off x="10844884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10925395" y="10771955"/>
                <a:ext cx="274320" cy="274320"/>
              </a:xfrm>
              <a:custGeom>
                <a:rect b="b" l="l" r="r" t="t"/>
                <a:pathLst>
                  <a:path extrusionOk="0" h="274320" w="274320">
                    <a:moveTo>
                      <a:pt x="136854" y="0"/>
                    </a:moveTo>
                    <a:lnTo>
                      <a:pt x="93595" y="6976"/>
                    </a:lnTo>
                    <a:lnTo>
                      <a:pt x="56027" y="26403"/>
                    </a:lnTo>
                    <a:lnTo>
                      <a:pt x="26403" y="56027"/>
                    </a:lnTo>
                    <a:lnTo>
                      <a:pt x="6976" y="93595"/>
                    </a:lnTo>
                    <a:lnTo>
                      <a:pt x="0" y="136854"/>
                    </a:lnTo>
                    <a:lnTo>
                      <a:pt x="6976" y="180109"/>
                    </a:lnTo>
                    <a:lnTo>
                      <a:pt x="26403" y="217677"/>
                    </a:lnTo>
                    <a:lnTo>
                      <a:pt x="56027" y="247302"/>
                    </a:lnTo>
                    <a:lnTo>
                      <a:pt x="93595" y="266731"/>
                    </a:lnTo>
                    <a:lnTo>
                      <a:pt x="136854" y="273708"/>
                    </a:lnTo>
                    <a:lnTo>
                      <a:pt x="180109" y="266731"/>
                    </a:lnTo>
                    <a:lnTo>
                      <a:pt x="217677" y="247302"/>
                    </a:lnTo>
                    <a:lnTo>
                      <a:pt x="247302" y="217677"/>
                    </a:lnTo>
                    <a:lnTo>
                      <a:pt x="266731" y="180109"/>
                    </a:lnTo>
                    <a:lnTo>
                      <a:pt x="273708" y="136854"/>
                    </a:lnTo>
                    <a:lnTo>
                      <a:pt x="266731" y="93595"/>
                    </a:lnTo>
                    <a:lnTo>
                      <a:pt x="247302" y="56027"/>
                    </a:lnTo>
                    <a:lnTo>
                      <a:pt x="217677" y="26403"/>
                    </a:lnTo>
                    <a:lnTo>
                      <a:pt x="180109" y="6976"/>
                    </a:lnTo>
                    <a:lnTo>
                      <a:pt x="13685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07" name="Google Shape;607;p11"/>
              <p:cNvSpPr/>
              <p:nvPr/>
            </p:nvSpPr>
            <p:spPr>
              <a:xfrm>
                <a:off x="11009622" y="10828250"/>
                <a:ext cx="135890" cy="157479"/>
              </a:xfrm>
              <a:custGeom>
                <a:rect b="b" l="l" r="r" t="t"/>
                <a:pathLst>
                  <a:path extrusionOk="0" h="157479" w="135890">
                    <a:moveTo>
                      <a:pt x="0" y="0"/>
                    </a:moveTo>
                    <a:lnTo>
                      <a:pt x="0" y="156853"/>
                    </a:lnTo>
                    <a:lnTo>
                      <a:pt x="135838" y="78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8" name="Google Shape;608;p11"/>
            <p:cNvGrpSpPr/>
            <p:nvPr/>
          </p:nvGrpSpPr>
          <p:grpSpPr>
            <a:xfrm>
              <a:off x="9903955" y="10690002"/>
              <a:ext cx="941450" cy="436346"/>
              <a:chOff x="9903955" y="10690002"/>
              <a:chExt cx="941450" cy="436346"/>
            </a:xfrm>
          </p:grpSpPr>
          <p:sp>
            <p:nvSpPr>
              <p:cNvPr id="609" name="Google Shape;609;p11"/>
              <p:cNvSpPr/>
              <p:nvPr/>
            </p:nvSpPr>
            <p:spPr>
              <a:xfrm>
                <a:off x="9904638" y="10691373"/>
                <a:ext cx="434340" cy="434975"/>
              </a:xfrm>
              <a:custGeom>
                <a:rect b="b" l="l" r="r" t="t"/>
                <a:pathLst>
                  <a:path extrusionOk="0" h="434975" w="434340">
                    <a:moveTo>
                      <a:pt x="434039" y="0"/>
                    </a:moveTo>
                    <a:lnTo>
                      <a:pt x="0" y="0"/>
                    </a:lnTo>
                    <a:lnTo>
                      <a:pt x="434039" y="434719"/>
                    </a:lnTo>
                    <a:lnTo>
                      <a:pt x="434039" y="0"/>
                    </a:lnTo>
                    <a:close/>
                  </a:path>
                </a:pathLst>
              </a:custGeom>
              <a:solidFill>
                <a:srgbClr val="FFA81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0" name="Google Shape;610;p11"/>
              <p:cNvSpPr/>
              <p:nvPr/>
            </p:nvSpPr>
            <p:spPr>
              <a:xfrm>
                <a:off x="9903955" y="10820078"/>
                <a:ext cx="306070" cy="306070"/>
              </a:xfrm>
              <a:custGeom>
                <a:rect b="b" l="l" r="r" t="t"/>
                <a:pathLst>
                  <a:path extrusionOk="0" h="306070" w="306070">
                    <a:moveTo>
                      <a:pt x="305540" y="0"/>
                    </a:moveTo>
                    <a:lnTo>
                      <a:pt x="0" y="0"/>
                    </a:lnTo>
                    <a:lnTo>
                      <a:pt x="305540" y="306011"/>
                    </a:lnTo>
                    <a:lnTo>
                      <a:pt x="305540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1" name="Google Shape;611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903960" y="10820078"/>
                <a:ext cx="305540" cy="306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2" name="Google Shape;612;p11"/>
              <p:cNvSpPr/>
              <p:nvPr/>
            </p:nvSpPr>
            <p:spPr>
              <a:xfrm>
                <a:off x="10338676" y="10690002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196" y="216687"/>
                    </a:moveTo>
                    <a:lnTo>
                      <a:pt x="196481" y="0"/>
                    </a:lnTo>
                    <a:lnTo>
                      <a:pt x="196481" y="137477"/>
                    </a:lnTo>
                    <a:lnTo>
                      <a:pt x="0" y="0"/>
                    </a:lnTo>
                    <a:lnTo>
                      <a:pt x="0" y="434721"/>
                    </a:lnTo>
                    <a:lnTo>
                      <a:pt x="196481" y="296405"/>
                    </a:lnTo>
                    <a:lnTo>
                      <a:pt x="196481" y="434721"/>
                    </a:lnTo>
                    <a:lnTo>
                      <a:pt x="506196" y="216687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3" name="Google Shape;613;p11"/>
              <p:cNvSpPr/>
              <p:nvPr/>
            </p:nvSpPr>
            <p:spPr>
              <a:xfrm>
                <a:off x="10535166" y="10827465"/>
                <a:ext cx="113665" cy="159384"/>
              </a:xfrm>
              <a:custGeom>
                <a:rect b="b" l="l" r="r" t="t"/>
                <a:pathLst>
                  <a:path extrusionOk="0" h="159384" w="113665">
                    <a:moveTo>
                      <a:pt x="0" y="0"/>
                    </a:moveTo>
                    <a:lnTo>
                      <a:pt x="0" y="158916"/>
                    </a:lnTo>
                    <a:lnTo>
                      <a:pt x="113221" y="79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14" name="Google Shape;614;p11"/>
            <p:cNvGrpSpPr/>
            <p:nvPr/>
          </p:nvGrpSpPr>
          <p:grpSpPr>
            <a:xfrm>
              <a:off x="11714323" y="10691448"/>
              <a:ext cx="941449" cy="435035"/>
              <a:chOff x="11714323" y="10691448"/>
              <a:chExt cx="941449" cy="435035"/>
            </a:xfrm>
          </p:grpSpPr>
          <p:sp>
            <p:nvSpPr>
              <p:cNvPr id="615" name="Google Shape;615;p11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FFA91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6" name="Google Shape;616;p11"/>
              <p:cNvSpPr/>
              <p:nvPr/>
            </p:nvSpPr>
            <p:spPr>
              <a:xfrm>
                <a:off x="11714323" y="10691448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90A0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17" name="Google Shape;617;p11"/>
              <p:cNvSpPr/>
              <p:nvPr/>
            </p:nvSpPr>
            <p:spPr>
              <a:xfrm>
                <a:off x="11714323" y="10847083"/>
                <a:ext cx="279400" cy="279400"/>
              </a:xfrm>
              <a:custGeom>
                <a:rect b="b" l="l" r="r" t="t"/>
                <a:pathLst>
                  <a:path extrusionOk="0" h="279400" w="279400">
                    <a:moveTo>
                      <a:pt x="279080" y="0"/>
                    </a:moveTo>
                    <a:lnTo>
                      <a:pt x="0" y="0"/>
                    </a:lnTo>
                    <a:lnTo>
                      <a:pt x="279080" y="279080"/>
                    </a:lnTo>
                    <a:lnTo>
                      <a:pt x="279080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18" name="Google Shape;61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714323" y="10847083"/>
                <a:ext cx="279090" cy="2790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p11"/>
              <p:cNvSpPr/>
              <p:nvPr/>
            </p:nvSpPr>
            <p:spPr>
              <a:xfrm>
                <a:off x="12149043" y="10691448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506204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506204" y="434719"/>
                    </a:lnTo>
                    <a:lnTo>
                      <a:pt x="506204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0" name="Google Shape;620;p11"/>
              <p:cNvSpPr/>
              <p:nvPr/>
            </p:nvSpPr>
            <p:spPr>
              <a:xfrm>
                <a:off x="12149036" y="10691450"/>
                <a:ext cx="506729" cy="434975"/>
              </a:xfrm>
              <a:custGeom>
                <a:rect b="b" l="l" r="r" t="t"/>
                <a:pathLst>
                  <a:path extrusionOk="0" h="434975" w="506729">
                    <a:moveTo>
                      <a:pt x="414997" y="217360"/>
                    </a:moveTo>
                    <a:lnTo>
                      <a:pt x="0" y="115824"/>
                    </a:lnTo>
                    <a:lnTo>
                      <a:pt x="0" y="321271"/>
                    </a:lnTo>
                    <a:lnTo>
                      <a:pt x="414997" y="217360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0"/>
                    </a:lnTo>
                    <a:lnTo>
                      <a:pt x="0" y="69989"/>
                    </a:lnTo>
                    <a:lnTo>
                      <a:pt x="506209" y="217373"/>
                    </a:lnTo>
                    <a:close/>
                  </a:path>
                  <a:path extrusionOk="0" h="434975" w="506729">
                    <a:moveTo>
                      <a:pt x="506209" y="217373"/>
                    </a:moveTo>
                    <a:lnTo>
                      <a:pt x="0" y="364731"/>
                    </a:lnTo>
                    <a:lnTo>
                      <a:pt x="0" y="434721"/>
                    </a:lnTo>
                    <a:lnTo>
                      <a:pt x="506209" y="217373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21" name="Google Shape;621;p11"/>
            <p:cNvGrpSpPr/>
            <p:nvPr/>
          </p:nvGrpSpPr>
          <p:grpSpPr>
            <a:xfrm>
              <a:off x="9469238" y="10689312"/>
              <a:ext cx="434975" cy="434975"/>
              <a:chOff x="9469238" y="10689312"/>
              <a:chExt cx="434975" cy="434975"/>
            </a:xfrm>
          </p:grpSpPr>
          <p:sp>
            <p:nvSpPr>
              <p:cNvPr id="622" name="Google Shape;622;p11"/>
              <p:cNvSpPr/>
              <p:nvPr/>
            </p:nvSpPr>
            <p:spPr>
              <a:xfrm>
                <a:off x="9469238" y="10689312"/>
                <a:ext cx="434975" cy="434975"/>
              </a:xfrm>
              <a:custGeom>
                <a:rect b="b" l="l" r="r" t="t"/>
                <a:pathLst>
                  <a:path extrusionOk="0" h="434975" w="434975">
                    <a:moveTo>
                      <a:pt x="434719" y="0"/>
                    </a:moveTo>
                    <a:lnTo>
                      <a:pt x="0" y="0"/>
                    </a:lnTo>
                    <a:lnTo>
                      <a:pt x="0" y="434719"/>
                    </a:lnTo>
                    <a:lnTo>
                      <a:pt x="434719" y="434719"/>
                    </a:lnTo>
                    <a:lnTo>
                      <a:pt x="434719" y="0"/>
                    </a:lnTo>
                    <a:close/>
                  </a:path>
                </a:pathLst>
              </a:custGeom>
              <a:solidFill>
                <a:srgbClr val="00E5C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3" name="Google Shape;623;p11"/>
              <p:cNvSpPr/>
              <p:nvPr/>
            </p:nvSpPr>
            <p:spPr>
              <a:xfrm>
                <a:off x="9528455" y="10748534"/>
                <a:ext cx="316865" cy="316865"/>
              </a:xfrm>
              <a:custGeom>
                <a:rect b="b" l="l" r="r" t="t"/>
                <a:pathLst>
                  <a:path extrusionOk="0" h="316865" w="316865">
                    <a:moveTo>
                      <a:pt x="182634" y="0"/>
                    </a:moveTo>
                    <a:lnTo>
                      <a:pt x="133648" y="0"/>
                    </a:lnTo>
                    <a:lnTo>
                      <a:pt x="86525" y="14997"/>
                    </a:lnTo>
                    <a:lnTo>
                      <a:pt x="44992" y="44992"/>
                    </a:lnTo>
                    <a:lnTo>
                      <a:pt x="14997" y="86525"/>
                    </a:lnTo>
                    <a:lnTo>
                      <a:pt x="0" y="133648"/>
                    </a:lnTo>
                    <a:lnTo>
                      <a:pt x="0" y="182634"/>
                    </a:lnTo>
                    <a:lnTo>
                      <a:pt x="14997" y="229757"/>
                    </a:lnTo>
                    <a:lnTo>
                      <a:pt x="44992" y="271289"/>
                    </a:lnTo>
                    <a:lnTo>
                      <a:pt x="86525" y="301285"/>
                    </a:lnTo>
                    <a:lnTo>
                      <a:pt x="133648" y="316282"/>
                    </a:lnTo>
                    <a:lnTo>
                      <a:pt x="182634" y="316282"/>
                    </a:lnTo>
                    <a:lnTo>
                      <a:pt x="229757" y="301285"/>
                    </a:lnTo>
                    <a:lnTo>
                      <a:pt x="271289" y="271289"/>
                    </a:lnTo>
                    <a:lnTo>
                      <a:pt x="301285" y="229757"/>
                    </a:lnTo>
                    <a:lnTo>
                      <a:pt x="316282" y="182634"/>
                    </a:lnTo>
                    <a:lnTo>
                      <a:pt x="316282" y="133648"/>
                    </a:lnTo>
                    <a:lnTo>
                      <a:pt x="301285" y="86525"/>
                    </a:lnTo>
                    <a:lnTo>
                      <a:pt x="271289" y="44992"/>
                    </a:lnTo>
                    <a:lnTo>
                      <a:pt x="229757" y="14997"/>
                    </a:lnTo>
                    <a:lnTo>
                      <a:pt x="182634" y="0"/>
                    </a:lnTo>
                    <a:close/>
                  </a:path>
                </a:pathLst>
              </a:custGeom>
              <a:solidFill>
                <a:srgbClr val="56077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25"/>
                  <a:buFont typeface="Arial"/>
                  <a:buNone/>
                </a:pPr>
                <a:r>
                  <a:t/>
                </a:r>
                <a:endParaRPr b="0" i="0" sz="2625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624" name="Google Shape;624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642621" y="10842639"/>
                <a:ext cx="108011" cy="1080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12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8" name="Google Shape;628;p12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29" name="Google Shape;629;p12"/>
          <p:cNvCxnSpPr/>
          <p:nvPr/>
        </p:nvCxnSpPr>
        <p:spPr>
          <a:xfrm>
            <a:off x="580422" y="4124496"/>
            <a:ext cx="0" cy="28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30" name="Google Shape;630;p12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1" name="Google Shape;631;p12"/>
          <p:cNvSpPr txBox="1"/>
          <p:nvPr>
            <p:ph idx="4" type="body"/>
          </p:nvPr>
        </p:nvSpPr>
        <p:spPr>
          <a:xfrm>
            <a:off x="2408168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2" name="Google Shape;63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201" y="382350"/>
            <a:ext cx="2695188" cy="809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12"/>
          <p:cNvGrpSpPr/>
          <p:nvPr/>
        </p:nvGrpSpPr>
        <p:grpSpPr>
          <a:xfrm>
            <a:off x="0" y="5218448"/>
            <a:ext cx="2600439" cy="385344"/>
            <a:chOff x="0" y="9303775"/>
            <a:chExt cx="8073390" cy="1196350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9303775"/>
              <a:ext cx="6877684" cy="1196340"/>
            </a:xfrm>
            <a:custGeom>
              <a:rect b="b" l="l" r="r" t="t"/>
              <a:pathLst>
                <a:path extrusionOk="0" h="1196340" w="6877684">
                  <a:moveTo>
                    <a:pt x="0" y="1195974"/>
                  </a:moveTo>
                  <a:lnTo>
                    <a:pt x="6877060" y="1195974"/>
                  </a:lnTo>
                  <a:lnTo>
                    <a:pt x="6877060" y="0"/>
                  </a:lnTo>
                  <a:lnTo>
                    <a:pt x="0" y="0"/>
                  </a:lnTo>
                  <a:lnTo>
                    <a:pt x="0" y="1195974"/>
                  </a:lnTo>
                  <a:close/>
                </a:path>
              </a:pathLst>
            </a:custGeom>
            <a:solidFill>
              <a:srgbClr val="FFA9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268770" y="9586588"/>
              <a:ext cx="6324600" cy="612140"/>
            </a:xfrm>
            <a:custGeom>
              <a:rect b="b" l="l" r="r" t="t"/>
              <a:pathLst>
                <a:path extrusionOk="0" h="612140" w="6324600">
                  <a:moveTo>
                    <a:pt x="394309" y="305917"/>
                  </a:moveTo>
                  <a:lnTo>
                    <a:pt x="0" y="0"/>
                  </a:lnTo>
                  <a:lnTo>
                    <a:pt x="0" y="611847"/>
                  </a:lnTo>
                  <a:lnTo>
                    <a:pt x="394309" y="305917"/>
                  </a:lnTo>
                  <a:close/>
                </a:path>
                <a:path extrusionOk="0" h="612140" w="6324600">
                  <a:moveTo>
                    <a:pt x="933411" y="305917"/>
                  </a:moveTo>
                  <a:lnTo>
                    <a:pt x="539115" y="0"/>
                  </a:lnTo>
                  <a:lnTo>
                    <a:pt x="539115" y="611847"/>
                  </a:lnTo>
                  <a:lnTo>
                    <a:pt x="933411" y="305917"/>
                  </a:lnTo>
                  <a:close/>
                </a:path>
                <a:path extrusionOk="0" h="612140" w="6324600">
                  <a:moveTo>
                    <a:pt x="1472526" y="305917"/>
                  </a:moveTo>
                  <a:lnTo>
                    <a:pt x="1078230" y="0"/>
                  </a:lnTo>
                  <a:lnTo>
                    <a:pt x="1078230" y="611847"/>
                  </a:lnTo>
                  <a:lnTo>
                    <a:pt x="1472526" y="305917"/>
                  </a:lnTo>
                  <a:close/>
                </a:path>
                <a:path extrusionOk="0" h="612140" w="6324600">
                  <a:moveTo>
                    <a:pt x="2011629" y="305917"/>
                  </a:moveTo>
                  <a:lnTo>
                    <a:pt x="1617332" y="0"/>
                  </a:lnTo>
                  <a:lnTo>
                    <a:pt x="1617332" y="611847"/>
                  </a:lnTo>
                  <a:lnTo>
                    <a:pt x="2011629" y="305917"/>
                  </a:lnTo>
                  <a:close/>
                </a:path>
                <a:path extrusionOk="0" h="612140" w="6324600">
                  <a:moveTo>
                    <a:pt x="2550744" y="305917"/>
                  </a:moveTo>
                  <a:lnTo>
                    <a:pt x="2156447" y="0"/>
                  </a:lnTo>
                  <a:lnTo>
                    <a:pt x="2156447" y="611847"/>
                  </a:lnTo>
                  <a:lnTo>
                    <a:pt x="2550744" y="305917"/>
                  </a:lnTo>
                  <a:close/>
                </a:path>
                <a:path extrusionOk="0" h="612140" w="6324600">
                  <a:moveTo>
                    <a:pt x="3089846" y="305917"/>
                  </a:moveTo>
                  <a:lnTo>
                    <a:pt x="2695549" y="0"/>
                  </a:lnTo>
                  <a:lnTo>
                    <a:pt x="2695549" y="611847"/>
                  </a:lnTo>
                  <a:lnTo>
                    <a:pt x="3089846" y="305917"/>
                  </a:lnTo>
                  <a:close/>
                </a:path>
                <a:path extrusionOk="0" h="612140" w="6324600">
                  <a:moveTo>
                    <a:pt x="3628961" y="305917"/>
                  </a:moveTo>
                  <a:lnTo>
                    <a:pt x="3234664" y="0"/>
                  </a:lnTo>
                  <a:lnTo>
                    <a:pt x="3234664" y="611847"/>
                  </a:lnTo>
                  <a:lnTo>
                    <a:pt x="3628961" y="305917"/>
                  </a:lnTo>
                  <a:close/>
                </a:path>
                <a:path extrusionOk="0" h="612140" w="6324600">
                  <a:moveTo>
                    <a:pt x="4168076" y="305917"/>
                  </a:moveTo>
                  <a:lnTo>
                    <a:pt x="3773767" y="0"/>
                  </a:lnTo>
                  <a:lnTo>
                    <a:pt x="3773767" y="611847"/>
                  </a:lnTo>
                  <a:lnTo>
                    <a:pt x="4168076" y="305917"/>
                  </a:lnTo>
                  <a:close/>
                </a:path>
                <a:path extrusionOk="0" h="612140" w="6324600">
                  <a:moveTo>
                    <a:pt x="4707179" y="305917"/>
                  </a:moveTo>
                  <a:lnTo>
                    <a:pt x="4312882" y="0"/>
                  </a:lnTo>
                  <a:lnTo>
                    <a:pt x="4312882" y="611847"/>
                  </a:lnTo>
                  <a:lnTo>
                    <a:pt x="4707179" y="305917"/>
                  </a:lnTo>
                  <a:close/>
                </a:path>
                <a:path extrusionOk="0" h="612140" w="6324600">
                  <a:moveTo>
                    <a:pt x="5246294" y="305917"/>
                  </a:moveTo>
                  <a:lnTo>
                    <a:pt x="4851984" y="0"/>
                  </a:lnTo>
                  <a:lnTo>
                    <a:pt x="4851984" y="611847"/>
                  </a:lnTo>
                  <a:lnTo>
                    <a:pt x="5246294" y="305917"/>
                  </a:lnTo>
                  <a:close/>
                </a:path>
                <a:path extrusionOk="0" h="612140" w="6324600">
                  <a:moveTo>
                    <a:pt x="5785396" y="305917"/>
                  </a:moveTo>
                  <a:lnTo>
                    <a:pt x="5391099" y="0"/>
                  </a:lnTo>
                  <a:lnTo>
                    <a:pt x="5391099" y="611847"/>
                  </a:lnTo>
                  <a:lnTo>
                    <a:pt x="5785396" y="305917"/>
                  </a:lnTo>
                  <a:close/>
                </a:path>
                <a:path extrusionOk="0" h="612140" w="6324600">
                  <a:moveTo>
                    <a:pt x="6324511" y="305917"/>
                  </a:moveTo>
                  <a:lnTo>
                    <a:pt x="5930201" y="0"/>
                  </a:lnTo>
                  <a:lnTo>
                    <a:pt x="5930201" y="611847"/>
                  </a:lnTo>
                  <a:lnTo>
                    <a:pt x="6324511" y="305917"/>
                  </a:lnTo>
                  <a:close/>
                </a:path>
              </a:pathLst>
            </a:custGeom>
            <a:solidFill>
              <a:srgbClr val="560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6877050" y="9303785"/>
              <a:ext cx="1196340" cy="1196340"/>
            </a:xfrm>
            <a:custGeom>
              <a:rect b="b" l="l" r="r" t="t"/>
              <a:pathLst>
                <a:path extrusionOk="0" h="1196340" w="1196340">
                  <a:moveTo>
                    <a:pt x="1195971" y="0"/>
                  </a:moveTo>
                  <a:lnTo>
                    <a:pt x="0" y="0"/>
                  </a:lnTo>
                  <a:lnTo>
                    <a:pt x="0" y="5234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46494"/>
                  </a:lnTo>
                  <a:lnTo>
                    <a:pt x="0" y="19530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293001"/>
                  </a:lnTo>
                  <a:lnTo>
                    <a:pt x="0" y="338251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439508"/>
                  </a:lnTo>
                  <a:lnTo>
                    <a:pt x="0" y="481215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586016"/>
                  </a:lnTo>
                  <a:lnTo>
                    <a:pt x="0" y="624166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732523"/>
                  </a:lnTo>
                  <a:lnTo>
                    <a:pt x="0" y="767118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879030"/>
                  </a:lnTo>
                  <a:lnTo>
                    <a:pt x="0" y="910069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025537"/>
                  </a:lnTo>
                  <a:lnTo>
                    <a:pt x="0" y="1053020"/>
                  </a:lnTo>
                  <a:lnTo>
                    <a:pt x="1195971" y="0"/>
                  </a:lnTo>
                  <a:close/>
                </a:path>
                <a:path extrusionOk="0" h="1196340" w="1196340">
                  <a:moveTo>
                    <a:pt x="1195971" y="0"/>
                  </a:moveTo>
                  <a:lnTo>
                    <a:pt x="0" y="1172032"/>
                  </a:lnTo>
                  <a:lnTo>
                    <a:pt x="0" y="1195971"/>
                  </a:lnTo>
                  <a:lnTo>
                    <a:pt x="1195971" y="0"/>
                  </a:lnTo>
                  <a:close/>
                </a:path>
              </a:pathLst>
            </a:custGeom>
            <a:solidFill>
              <a:srgbClr val="90A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7" name="Google Shape;637;p12"/>
          <p:cNvGrpSpPr/>
          <p:nvPr/>
        </p:nvGrpSpPr>
        <p:grpSpPr>
          <a:xfrm>
            <a:off x="6344628" y="487055"/>
            <a:ext cx="5847372" cy="5116588"/>
            <a:chOff x="6344628" y="928827"/>
            <a:chExt cx="5847372" cy="5116588"/>
          </a:xfrm>
        </p:grpSpPr>
        <p:sp>
          <p:nvSpPr>
            <p:cNvPr id="638" name="Google Shape;638;p12"/>
            <p:cNvSpPr/>
            <p:nvPr/>
          </p:nvSpPr>
          <p:spPr>
            <a:xfrm flipH="1">
              <a:off x="6344628" y="928827"/>
              <a:ext cx="5092675" cy="5111615"/>
            </a:xfrm>
            <a:custGeom>
              <a:rect b="b" l="l" r="r" t="t"/>
              <a:pathLst>
                <a:path extrusionOk="0" h="7026275" w="7000240">
                  <a:moveTo>
                    <a:pt x="0" y="0"/>
                  </a:moveTo>
                  <a:lnTo>
                    <a:pt x="0" y="7025843"/>
                  </a:lnTo>
                  <a:lnTo>
                    <a:pt x="7000062" y="3498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067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 flipH="1">
              <a:off x="6518328" y="933582"/>
              <a:ext cx="4918977" cy="5111615"/>
            </a:xfrm>
            <a:custGeom>
              <a:rect b="b" l="l" r="r" t="t"/>
              <a:pathLst>
                <a:path extrusionOk="0" h="7026275" w="6761480">
                  <a:moveTo>
                    <a:pt x="1628190" y="3498443"/>
                  </a:moveTo>
                  <a:lnTo>
                    <a:pt x="0" y="0"/>
                  </a:lnTo>
                  <a:lnTo>
                    <a:pt x="1158392" y="3638956"/>
                  </a:lnTo>
                  <a:lnTo>
                    <a:pt x="0" y="7025843"/>
                  </a:lnTo>
                  <a:lnTo>
                    <a:pt x="1628190" y="3498443"/>
                  </a:lnTo>
                  <a:close/>
                </a:path>
                <a:path extrusionOk="0" h="7026275" w="6761480">
                  <a:moveTo>
                    <a:pt x="3749776" y="3498443"/>
                  </a:moveTo>
                  <a:lnTo>
                    <a:pt x="0" y="0"/>
                  </a:lnTo>
                  <a:lnTo>
                    <a:pt x="2555240" y="3638956"/>
                  </a:lnTo>
                  <a:lnTo>
                    <a:pt x="0" y="7025843"/>
                  </a:lnTo>
                  <a:lnTo>
                    <a:pt x="3749776" y="3498443"/>
                  </a:lnTo>
                  <a:close/>
                </a:path>
                <a:path extrusionOk="0" h="7026275" w="6761480">
                  <a:moveTo>
                    <a:pt x="6760934" y="3498443"/>
                  </a:moveTo>
                  <a:lnTo>
                    <a:pt x="0" y="0"/>
                  </a:lnTo>
                  <a:lnTo>
                    <a:pt x="4533392" y="3638956"/>
                  </a:lnTo>
                  <a:lnTo>
                    <a:pt x="0" y="7025843"/>
                  </a:lnTo>
                  <a:lnTo>
                    <a:pt x="6760934" y="3498443"/>
                  </a:lnTo>
                  <a:close/>
                </a:path>
              </a:pathLst>
            </a:custGeom>
            <a:solidFill>
              <a:srgbClr val="00E5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 flipH="1">
              <a:off x="11438075" y="933582"/>
              <a:ext cx="753922" cy="5108381"/>
            </a:xfrm>
            <a:custGeom>
              <a:rect b="b" l="l" r="r" t="t"/>
              <a:pathLst>
                <a:path extrusionOk="0" h="7021830" w="1036319">
                  <a:moveTo>
                    <a:pt x="1036104" y="6787705"/>
                  </a:moveTo>
                  <a:lnTo>
                    <a:pt x="0" y="6787705"/>
                  </a:lnTo>
                  <a:lnTo>
                    <a:pt x="0" y="7021792"/>
                  </a:lnTo>
                  <a:lnTo>
                    <a:pt x="1036104" y="7021792"/>
                  </a:lnTo>
                  <a:lnTo>
                    <a:pt x="1036104" y="6787705"/>
                  </a:lnTo>
                  <a:close/>
                </a:path>
                <a:path extrusionOk="0" h="7021830" w="1036319">
                  <a:moveTo>
                    <a:pt x="1036104" y="6265570"/>
                  </a:moveTo>
                  <a:lnTo>
                    <a:pt x="0" y="6265570"/>
                  </a:lnTo>
                  <a:lnTo>
                    <a:pt x="0" y="6505156"/>
                  </a:lnTo>
                  <a:lnTo>
                    <a:pt x="1036104" y="6505156"/>
                  </a:lnTo>
                  <a:lnTo>
                    <a:pt x="1036104" y="6265570"/>
                  </a:lnTo>
                  <a:close/>
                </a:path>
                <a:path extrusionOk="0" h="7021830" w="1036319">
                  <a:moveTo>
                    <a:pt x="1036104" y="5743460"/>
                  </a:moveTo>
                  <a:lnTo>
                    <a:pt x="0" y="5743460"/>
                  </a:lnTo>
                  <a:lnTo>
                    <a:pt x="0" y="5984481"/>
                  </a:lnTo>
                  <a:lnTo>
                    <a:pt x="1036104" y="5984481"/>
                  </a:lnTo>
                  <a:lnTo>
                    <a:pt x="1036104" y="5743460"/>
                  </a:lnTo>
                  <a:close/>
                </a:path>
                <a:path extrusionOk="0" h="7021830" w="1036319">
                  <a:moveTo>
                    <a:pt x="1036104" y="5221325"/>
                  </a:moveTo>
                  <a:lnTo>
                    <a:pt x="0" y="5221325"/>
                  </a:lnTo>
                  <a:lnTo>
                    <a:pt x="0" y="5463819"/>
                  </a:lnTo>
                  <a:lnTo>
                    <a:pt x="1036104" y="5463819"/>
                  </a:lnTo>
                  <a:lnTo>
                    <a:pt x="1036104" y="5221325"/>
                  </a:lnTo>
                  <a:close/>
                </a:path>
                <a:path extrusionOk="0" h="7021830" w="1036319">
                  <a:moveTo>
                    <a:pt x="1036104" y="4699190"/>
                  </a:moveTo>
                  <a:lnTo>
                    <a:pt x="0" y="4699190"/>
                  </a:lnTo>
                  <a:lnTo>
                    <a:pt x="0" y="4943145"/>
                  </a:lnTo>
                  <a:lnTo>
                    <a:pt x="1036104" y="4943145"/>
                  </a:lnTo>
                  <a:lnTo>
                    <a:pt x="1036104" y="4699190"/>
                  </a:lnTo>
                  <a:close/>
                </a:path>
                <a:path extrusionOk="0" h="7021830" w="1036319">
                  <a:moveTo>
                    <a:pt x="1036104" y="4177042"/>
                  </a:moveTo>
                  <a:lnTo>
                    <a:pt x="0" y="4177042"/>
                  </a:lnTo>
                  <a:lnTo>
                    <a:pt x="0" y="4422470"/>
                  </a:lnTo>
                  <a:lnTo>
                    <a:pt x="1036104" y="4422470"/>
                  </a:lnTo>
                  <a:lnTo>
                    <a:pt x="1036104" y="4177042"/>
                  </a:lnTo>
                  <a:close/>
                </a:path>
                <a:path extrusionOk="0" h="7021830" w="1036319">
                  <a:moveTo>
                    <a:pt x="1036104" y="3654920"/>
                  </a:moveTo>
                  <a:lnTo>
                    <a:pt x="0" y="3654920"/>
                  </a:lnTo>
                  <a:lnTo>
                    <a:pt x="0" y="3901808"/>
                  </a:lnTo>
                  <a:lnTo>
                    <a:pt x="1036104" y="3901808"/>
                  </a:lnTo>
                  <a:lnTo>
                    <a:pt x="1036104" y="3654920"/>
                  </a:lnTo>
                  <a:close/>
                </a:path>
                <a:path extrusionOk="0" h="7021830" w="1036319">
                  <a:moveTo>
                    <a:pt x="1036104" y="3132798"/>
                  </a:moveTo>
                  <a:lnTo>
                    <a:pt x="0" y="3132798"/>
                  </a:lnTo>
                  <a:lnTo>
                    <a:pt x="0" y="3381133"/>
                  </a:lnTo>
                  <a:lnTo>
                    <a:pt x="1036104" y="3381133"/>
                  </a:lnTo>
                  <a:lnTo>
                    <a:pt x="1036104" y="3132798"/>
                  </a:lnTo>
                  <a:close/>
                </a:path>
                <a:path extrusionOk="0" h="7021830" w="1036319">
                  <a:moveTo>
                    <a:pt x="1036104" y="2610650"/>
                  </a:moveTo>
                  <a:lnTo>
                    <a:pt x="0" y="2610650"/>
                  </a:lnTo>
                  <a:lnTo>
                    <a:pt x="0" y="2860459"/>
                  </a:lnTo>
                  <a:lnTo>
                    <a:pt x="1036104" y="2860459"/>
                  </a:lnTo>
                  <a:lnTo>
                    <a:pt x="1036104" y="2610650"/>
                  </a:lnTo>
                  <a:close/>
                </a:path>
                <a:path extrusionOk="0" h="7021830" w="1036319">
                  <a:moveTo>
                    <a:pt x="1036104" y="2088527"/>
                  </a:moveTo>
                  <a:lnTo>
                    <a:pt x="0" y="2088527"/>
                  </a:lnTo>
                  <a:lnTo>
                    <a:pt x="0" y="2339797"/>
                  </a:lnTo>
                  <a:lnTo>
                    <a:pt x="1036104" y="2339797"/>
                  </a:lnTo>
                  <a:lnTo>
                    <a:pt x="1036104" y="2088527"/>
                  </a:lnTo>
                  <a:close/>
                </a:path>
                <a:path extrusionOk="0" h="7021830" w="1036319">
                  <a:moveTo>
                    <a:pt x="1036104" y="1566392"/>
                  </a:moveTo>
                  <a:lnTo>
                    <a:pt x="0" y="1566392"/>
                  </a:lnTo>
                  <a:lnTo>
                    <a:pt x="0" y="1819122"/>
                  </a:lnTo>
                  <a:lnTo>
                    <a:pt x="1036104" y="1819122"/>
                  </a:lnTo>
                  <a:lnTo>
                    <a:pt x="1036104" y="1566392"/>
                  </a:lnTo>
                  <a:close/>
                </a:path>
                <a:path extrusionOk="0" h="7021830" w="1036319">
                  <a:moveTo>
                    <a:pt x="1036104" y="1044257"/>
                  </a:moveTo>
                  <a:lnTo>
                    <a:pt x="0" y="1044257"/>
                  </a:lnTo>
                  <a:lnTo>
                    <a:pt x="0" y="1298448"/>
                  </a:lnTo>
                  <a:lnTo>
                    <a:pt x="1036104" y="1298448"/>
                  </a:lnTo>
                  <a:lnTo>
                    <a:pt x="1036104" y="1044257"/>
                  </a:lnTo>
                  <a:close/>
                </a:path>
                <a:path extrusionOk="0" h="7021830" w="1036319">
                  <a:moveTo>
                    <a:pt x="1036104" y="522122"/>
                  </a:moveTo>
                  <a:lnTo>
                    <a:pt x="0" y="522122"/>
                  </a:lnTo>
                  <a:lnTo>
                    <a:pt x="0" y="777773"/>
                  </a:lnTo>
                  <a:lnTo>
                    <a:pt x="1036104" y="777773"/>
                  </a:lnTo>
                  <a:lnTo>
                    <a:pt x="1036104" y="522122"/>
                  </a:lnTo>
                  <a:close/>
                </a:path>
                <a:path extrusionOk="0" h="7021830" w="1036319">
                  <a:moveTo>
                    <a:pt x="1036104" y="0"/>
                  </a:moveTo>
                  <a:lnTo>
                    <a:pt x="0" y="0"/>
                  </a:lnTo>
                  <a:lnTo>
                    <a:pt x="0" y="257111"/>
                  </a:lnTo>
                  <a:lnTo>
                    <a:pt x="1036104" y="257111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641" name="Google Shape;641;p12"/>
            <p:cNvPicPr preferRelativeResize="0"/>
            <p:nvPr/>
          </p:nvPicPr>
          <p:blipFill rotWithShape="1">
            <a:blip r:embed="rId3">
              <a:alphaModFix/>
            </a:blip>
            <a:srcRect b="2856" l="0" r="0" t="0"/>
            <a:stretch/>
          </p:blipFill>
          <p:spPr>
            <a:xfrm flipH="1">
              <a:off x="6813518" y="1877725"/>
              <a:ext cx="5314701" cy="4125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12"/>
            <p:cNvSpPr/>
            <p:nvPr/>
          </p:nvSpPr>
          <p:spPr>
            <a:xfrm flipH="1">
              <a:off x="7022230" y="5871298"/>
              <a:ext cx="5169770" cy="174117"/>
            </a:xfrm>
            <a:custGeom>
              <a:rect b="b" l="l" r="r" t="t"/>
              <a:pathLst>
                <a:path extrusionOk="0" h="1450975" w="8406130">
                  <a:moveTo>
                    <a:pt x="8405774" y="0"/>
                  </a:moveTo>
                  <a:lnTo>
                    <a:pt x="0" y="0"/>
                  </a:lnTo>
                  <a:lnTo>
                    <a:pt x="12" y="1450581"/>
                  </a:lnTo>
                  <a:lnTo>
                    <a:pt x="8405774" y="1450581"/>
                  </a:lnTo>
                  <a:lnTo>
                    <a:pt x="8405774" y="0"/>
                  </a:lnTo>
                  <a:close/>
                </a:path>
              </a:pathLst>
            </a:custGeom>
            <a:solidFill>
              <a:srgbClr val="8F9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3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hyperlink" Target="http://interledger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29225" y="295100"/>
            <a:ext cx="1972325" cy="5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7142625" y="6258825"/>
            <a:ext cx="4862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2C2C2"/>
              </a:buClr>
              <a:buSzPts val="800"/>
              <a:buFont typeface="Arial"/>
              <a:buNone/>
            </a:pPr>
            <a:r>
              <a:rPr b="0" i="0" lang="es-CO" sz="1000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2"/>
              </a:rPr>
              <a:t>Interledger.org</a:t>
            </a:r>
            <a:r>
              <a:rPr b="0" i="0" lang="es-CO" sz="1000" u="none" cap="none" strike="noStrike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b="0" i="0" sz="1000" u="none" cap="none" strike="noStrike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rgbClr val="8A3BA2"/>
                </a:solidFill>
                <a:latin typeface="Poppins Light"/>
                <a:ea typeface="Poppins Light"/>
                <a:cs typeface="Poppins Light"/>
                <a:sym typeface="Poppins Light"/>
              </a:rPr>
              <a:t>#OpenPayments #ILPHacks</a:t>
            </a:r>
            <a:endParaRPr b="0" i="0" sz="1000" u="none" cap="none" strike="noStrike">
              <a:solidFill>
                <a:srgbClr val="8A3BA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25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23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"/>
          <p:cNvSpPr txBox="1"/>
          <p:nvPr>
            <p:ph idx="1" type="body"/>
          </p:nvPr>
        </p:nvSpPr>
        <p:spPr>
          <a:xfrm>
            <a:off x="436201" y="1636170"/>
            <a:ext cx="5439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s-CO" sz="4400"/>
              <a:t>PAYGENT</a:t>
            </a:r>
            <a:endParaRPr/>
          </a:p>
        </p:txBody>
      </p:sp>
      <p:sp>
        <p:nvSpPr>
          <p:cNvPr id="648" name="Google Shape;648;p13"/>
          <p:cNvSpPr txBox="1"/>
          <p:nvPr>
            <p:ph idx="2" type="body"/>
          </p:nvPr>
        </p:nvSpPr>
        <p:spPr>
          <a:xfrm>
            <a:off x="656622" y="4032642"/>
            <a:ext cx="521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O" sz="1500"/>
              <a:t>Pagar no debería necesitar internet</a:t>
            </a:r>
            <a:endParaRPr/>
          </a:p>
        </p:txBody>
      </p:sp>
      <p:sp>
        <p:nvSpPr>
          <p:cNvPr id="649" name="Google Shape;649;p13"/>
          <p:cNvSpPr txBox="1"/>
          <p:nvPr>
            <p:ph idx="3" type="body"/>
          </p:nvPr>
        </p:nvSpPr>
        <p:spPr>
          <a:xfrm>
            <a:off x="549322" y="6031214"/>
            <a:ext cx="18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s-CO"/>
              <a:t>FECHA:</a:t>
            </a:r>
            <a:br>
              <a:rPr lang="es-CO"/>
            </a:br>
            <a:r>
              <a:rPr lang="es-CO"/>
              <a:t>17 Octubre 2026</a:t>
            </a:r>
            <a:endParaRPr/>
          </a:p>
        </p:txBody>
      </p:sp>
      <p:sp>
        <p:nvSpPr>
          <p:cNvPr id="650" name="Google Shape;650;p13"/>
          <p:cNvSpPr txBox="1"/>
          <p:nvPr>
            <p:ph idx="4" type="body"/>
          </p:nvPr>
        </p:nvSpPr>
        <p:spPr>
          <a:xfrm>
            <a:off x="2408178" y="6031225"/>
            <a:ext cx="271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s-CO"/>
              <a:t>CIUDAD: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Medellín, Colombia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4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Quiénes construimos Paygent</a:t>
            </a:r>
            <a:endParaRPr/>
          </a:p>
        </p:txBody>
      </p:sp>
      <p:sp>
        <p:nvSpPr>
          <p:cNvPr id="656" name="Google Shape;656;p14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>
                <a:solidFill>
                  <a:srgbClr val="560676"/>
                </a:solidFill>
              </a:rPr>
              <a:t>INTRODUCCIÓN DEL EQUIPO</a:t>
            </a:r>
            <a:endParaRPr/>
          </a:p>
        </p:txBody>
      </p:sp>
      <p:sp>
        <p:nvSpPr>
          <p:cNvPr id="657" name="Google Shape;657;p14"/>
          <p:cNvSpPr txBox="1"/>
          <p:nvPr>
            <p:ph idx="4" type="body"/>
          </p:nvPr>
        </p:nvSpPr>
        <p:spPr>
          <a:xfrm>
            <a:off x="5688471" y="180099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s-CO"/>
              <a:t>Carlos Andres Florez Vargas</a:t>
            </a:r>
            <a:endParaRPr/>
          </a:p>
        </p:txBody>
      </p:sp>
      <p:sp>
        <p:nvSpPr>
          <p:cNvPr id="658" name="Google Shape;658;p14"/>
          <p:cNvSpPr txBox="1"/>
          <p:nvPr>
            <p:ph idx="5" type="body"/>
          </p:nvPr>
        </p:nvSpPr>
        <p:spPr>
          <a:xfrm>
            <a:off x="5688471" y="260873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O">
                <a:solidFill>
                  <a:schemeClr val="dk1"/>
                </a:solidFill>
              </a:rPr>
              <a:t>Pedro Jose Gomez</a:t>
            </a:r>
            <a:endParaRPr/>
          </a:p>
        </p:txBody>
      </p:sp>
      <p:sp>
        <p:nvSpPr>
          <p:cNvPr id="659" name="Google Shape;659;p14"/>
          <p:cNvSpPr txBox="1"/>
          <p:nvPr>
            <p:ph idx="6" type="body"/>
          </p:nvPr>
        </p:nvSpPr>
        <p:spPr>
          <a:xfrm>
            <a:off x="5688471" y="341647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O">
                <a:solidFill>
                  <a:schemeClr val="dk1"/>
                </a:solidFill>
              </a:rPr>
              <a:t>Roy Sandoval Viera</a:t>
            </a:r>
            <a:endParaRPr/>
          </a:p>
        </p:txBody>
      </p:sp>
      <p:sp>
        <p:nvSpPr>
          <p:cNvPr id="660" name="Google Shape;660;p14"/>
          <p:cNvSpPr txBox="1"/>
          <p:nvPr>
            <p:ph idx="7" type="body"/>
          </p:nvPr>
        </p:nvSpPr>
        <p:spPr>
          <a:xfrm>
            <a:off x="5688471" y="4224219"/>
            <a:ext cx="5391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O">
                <a:solidFill>
                  <a:schemeClr val="dk1"/>
                </a:solidFill>
              </a:rPr>
              <a:t>Luis Angel Seoanes</a:t>
            </a:r>
            <a:endParaRPr/>
          </a:p>
        </p:txBody>
      </p:sp>
      <p:pic>
        <p:nvPicPr>
          <p:cNvPr id="661" name="Google Shape;661;p14" title="Screenshot 2026-09-15 at 20.26.55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921" y="1491414"/>
            <a:ext cx="4320000" cy="4320000"/>
          </a:xfrm>
          <a:prstGeom prst="roundRect">
            <a:avLst>
              <a:gd fmla="val 1887" name="adj"/>
            </a:avLst>
          </a:prstGeom>
          <a:solidFill>
            <a:srgbClr val="F2F2F2"/>
          </a:solidFill>
          <a:ln>
            <a:noFill/>
          </a:ln>
        </p:spPr>
      </p:pic>
      <p:pic>
        <p:nvPicPr>
          <p:cNvPr id="662" name="Google Shape;662;p14"/>
          <p:cNvPicPr preferRelativeResize="0"/>
          <p:nvPr/>
        </p:nvPicPr>
        <p:blipFill rotWithShape="1">
          <a:blip r:embed="rId4">
            <a:alphaModFix/>
          </a:blip>
          <a:srcRect b="0" l="11391" r="3856" t="0"/>
          <a:stretch/>
        </p:blipFill>
        <p:spPr>
          <a:xfrm>
            <a:off x="401937" y="3575863"/>
            <a:ext cx="2119225" cy="2116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63" name="Google Shape;6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6576" y="3632850"/>
            <a:ext cx="2194250" cy="2002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575" y="1536651"/>
            <a:ext cx="2194250" cy="206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924" y="1491426"/>
            <a:ext cx="2194250" cy="202127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5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El dinero cruza la frontera. Gastarlo es lo difícil.</a:t>
            </a:r>
            <a:endParaRPr/>
          </a:p>
        </p:txBody>
      </p:sp>
      <p:sp>
        <p:nvSpPr>
          <p:cNvPr id="671" name="Google Shape;671;p15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EL RETO</a:t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1000000" y="1750000"/>
            <a:ext cx="1000000" cy="100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" id="673" name="Google Shape;6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000" y="1990000"/>
            <a:ext cx="520000" cy="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5"/>
          <p:cNvSpPr txBox="1"/>
          <p:nvPr/>
        </p:nvSpPr>
        <p:spPr>
          <a:xfrm>
            <a:off x="2150000" y="1830000"/>
            <a:ext cx="230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Juan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trabaja en Texas</a:t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4450000" y="2228000"/>
            <a:ext cx="2850000" cy="44000"/>
          </a:xfrm>
          <a:prstGeom prst="rect">
            <a:avLst/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7250000" y="2120000"/>
            <a:ext cx="300000" cy="26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5600000" y="1950000"/>
            <a:ext cx="600000" cy="600000"/>
          </a:xfrm>
          <a:prstGeom prst="ellipse">
            <a:avLst/>
          </a:prstGeom>
          <a:solidFill>
            <a:srgbClr val="0FA88E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7750000" y="1750000"/>
            <a:ext cx="1000000" cy="100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use" id="679" name="Google Shape;6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0000" y="1990000"/>
            <a:ext cx="520000" cy="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5"/>
          <p:cNvSpPr txBox="1"/>
          <p:nvPr/>
        </p:nvSpPr>
        <p:spPr>
          <a:xfrm>
            <a:off x="8900000" y="1830000"/>
            <a:ext cx="290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Su mamá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una vereda de Antioquia</a:t>
            </a:r>
            <a:endParaRPr/>
          </a:p>
        </p:txBody>
      </p:sp>
      <p:sp>
        <p:nvSpPr>
          <p:cNvPr id="681" name="Google Shape;681;p15"/>
          <p:cNvSpPr txBox="1"/>
          <p:nvPr/>
        </p:nvSpPr>
        <p:spPr>
          <a:xfrm>
            <a:off x="900000" y="3350000"/>
            <a:ext cx="104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Pero para pagar en la tienda del pueblo hace falta…</a:t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900000" y="3900000"/>
            <a:ext cx="3300000" cy="13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1080000" y="4195000"/>
            <a:ext cx="760000" cy="760000"/>
          </a:xfrm>
          <a:prstGeom prst="ellipse">
            <a:avLst/>
          </a:prstGeom>
          <a:solidFill>
            <a:srgbClr val="FFF0D9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ifi-off" id="684" name="Google Shape;6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2400" y="4377400"/>
            <a:ext cx="395200" cy="3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5"/>
          <p:cNvSpPr txBox="1"/>
          <p:nvPr/>
        </p:nvSpPr>
        <p:spPr>
          <a:xfrm>
            <a:off x="2020000" y="3900000"/>
            <a:ext cx="20300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Señal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O" sz="13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En la vereda va y viene</a:t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4450000" y="3900000"/>
            <a:ext cx="3300000" cy="13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4630000" y="4195000"/>
            <a:ext cx="760000" cy="760000"/>
          </a:xfrm>
          <a:prstGeom prst="ellipse">
            <a:avLst/>
          </a:prstGeom>
          <a:solidFill>
            <a:srgbClr val="FFF0D9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martphone" id="688" name="Google Shape;68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2400" y="4377400"/>
            <a:ext cx="395200" cy="3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5"/>
          <p:cNvSpPr txBox="1"/>
          <p:nvPr/>
        </p:nvSpPr>
        <p:spPr>
          <a:xfrm>
            <a:off x="5570000" y="3900000"/>
            <a:ext cx="20300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Smartphone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O" sz="13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Muchos usan celular de teclas</a:t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8000000" y="3900000"/>
            <a:ext cx="3300000" cy="13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8180000" y="4195000"/>
            <a:ext cx="760000" cy="760000"/>
          </a:xfrm>
          <a:prstGeom prst="ellipse">
            <a:avLst/>
          </a:prstGeom>
          <a:solidFill>
            <a:srgbClr val="FFF0D9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llet" id="692" name="Google Shape;69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2400" y="4377400"/>
            <a:ext cx="395200" cy="39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5"/>
          <p:cNvSpPr txBox="1"/>
          <p:nvPr/>
        </p:nvSpPr>
        <p:spPr>
          <a:xfrm>
            <a:off x="9120000" y="3900000"/>
            <a:ext cx="20300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Wallet propia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O" sz="13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Prestar la tarjeta es darlo todo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6"/>
          <p:cNvSpPr txBox="1"/>
          <p:nvPr>
            <p:ph idx="2" type="body"/>
          </p:nvPr>
        </p:nvSpPr>
        <p:spPr>
          <a:xfrm>
            <a:off x="1516225" y="1614500"/>
            <a:ext cx="9155700" cy="29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O"/>
              <a:t>Pagar no debería necesitar internet.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Paygent: un permiso de pago que se reparte</a:t>
            </a:r>
            <a:endParaRPr/>
          </a:p>
        </p:txBody>
      </p:sp>
      <p:sp>
        <p:nvSpPr>
          <p:cNvPr id="704" name="Google Shape;704;p17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LA SOLUCIÓN</a:t>
            </a:r>
            <a:endParaRPr/>
          </a:p>
        </p:txBody>
      </p:sp>
      <p:sp>
        <p:nvSpPr>
          <p:cNvPr id="705" name="Google Shape;705;p17"/>
          <p:cNvSpPr/>
          <p:nvPr/>
        </p:nvSpPr>
        <p:spPr>
          <a:xfrm>
            <a:off x="3796000" y="1550000"/>
            <a:ext cx="4600000" cy="1000000"/>
          </a:xfrm>
          <a:prstGeom prst="roundRect">
            <a:avLst>
              <a:gd fmla="val 18000" name="adj"/>
            </a:avLst>
          </a:prstGeom>
          <a:solidFill>
            <a:srgbClr val="EEE6F5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4006000" y="1700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gnature" id="707" name="Google Shape;7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000" y="1868000"/>
            <a:ext cx="364000" cy="3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7"/>
          <p:cNvSpPr txBox="1"/>
          <p:nvPr/>
        </p:nvSpPr>
        <p:spPr>
          <a:xfrm>
            <a:off x="4846000" y="1550000"/>
            <a:ext cx="34500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CO" sz="19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Juan firma una vez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CO" sz="125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Un grant de Open Payments: $300 al mes</a:t>
            </a:r>
            <a:endParaRPr/>
          </a:p>
        </p:txBody>
      </p:sp>
      <p:sp>
        <p:nvSpPr>
          <p:cNvPr id="709" name="Google Shape;709;p17"/>
          <p:cNvSpPr/>
          <p:nvPr/>
        </p:nvSpPr>
        <p:spPr>
          <a:xfrm>
            <a:off x="6076000" y="2550000"/>
            <a:ext cx="40000" cy="330000"/>
          </a:xfrm>
          <a:prstGeom prst="rect">
            <a:avLst/>
          </a:prstGeom>
          <a:solidFill>
            <a:srgbClr val="C9C3D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7"/>
          <p:cNvSpPr/>
          <p:nvPr/>
        </p:nvSpPr>
        <p:spPr>
          <a:xfrm>
            <a:off x="2396000" y="2860000"/>
            <a:ext cx="7400000" cy="40000"/>
          </a:xfrm>
          <a:prstGeom prst="rect">
            <a:avLst/>
          </a:prstGeom>
          <a:solidFill>
            <a:srgbClr val="C9C3D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7"/>
          <p:cNvSpPr/>
          <p:nvPr/>
        </p:nvSpPr>
        <p:spPr>
          <a:xfrm>
            <a:off x="2376000" y="2860000"/>
            <a:ext cx="40000" cy="300000"/>
          </a:xfrm>
          <a:prstGeom prst="rect">
            <a:avLst/>
          </a:prstGeom>
          <a:solidFill>
            <a:srgbClr val="C9C3D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6076000" y="2860000"/>
            <a:ext cx="40000" cy="300000"/>
          </a:xfrm>
          <a:prstGeom prst="rect">
            <a:avLst/>
          </a:prstGeom>
          <a:solidFill>
            <a:srgbClr val="C9C3D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7"/>
          <p:cNvSpPr/>
          <p:nvPr/>
        </p:nvSpPr>
        <p:spPr>
          <a:xfrm>
            <a:off x="9776000" y="2860000"/>
            <a:ext cx="40000" cy="300000"/>
          </a:xfrm>
          <a:prstGeom prst="rect">
            <a:avLst/>
          </a:prstGeom>
          <a:solidFill>
            <a:srgbClr val="C9C3D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7"/>
          <p:cNvSpPr/>
          <p:nvPr/>
        </p:nvSpPr>
        <p:spPr>
          <a:xfrm>
            <a:off x="696000" y="3150000"/>
            <a:ext cx="3400000" cy="11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876000" y="3400000"/>
            <a:ext cx="650000" cy="65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" id="716" name="Google Shape;7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000" y="3556000"/>
            <a:ext cx="338000" cy="3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7"/>
          <p:cNvSpPr txBox="1"/>
          <p:nvPr/>
        </p:nvSpPr>
        <p:spPr>
          <a:xfrm>
            <a:off x="1706000" y="3150000"/>
            <a:ext cx="224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Su mamá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Mercado y farmacia · $150</a:t>
            </a: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4396000" y="3150000"/>
            <a:ext cx="3400000" cy="11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4576000" y="3400000"/>
            <a:ext cx="650000" cy="650000"/>
          </a:xfrm>
          <a:prstGeom prst="ellipse">
            <a:avLst/>
          </a:prstGeom>
          <a:solidFill>
            <a:srgbClr val="FFF0D9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martphone" id="720" name="Google Shape;7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2000" y="3556000"/>
            <a:ext cx="338000" cy="3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7"/>
          <p:cNvSpPr txBox="1"/>
          <p:nvPr/>
        </p:nvSpPr>
        <p:spPr>
          <a:xfrm>
            <a:off x="5406000" y="3150000"/>
            <a:ext cx="224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Su celular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Paga sin señal · vale firmado</a:t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8096000" y="3150000"/>
            <a:ext cx="3400000" cy="115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7"/>
          <p:cNvSpPr/>
          <p:nvPr/>
        </p:nvSpPr>
        <p:spPr>
          <a:xfrm>
            <a:off x="8276000" y="3400000"/>
            <a:ext cx="650000" cy="650000"/>
          </a:xfrm>
          <a:prstGeom prst="ellipse">
            <a:avLst/>
          </a:prstGeom>
          <a:solidFill>
            <a:srgbClr val="ECEEF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" id="724" name="Google Shape;72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2000" y="3556000"/>
            <a:ext cx="338000" cy="3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7"/>
          <p:cNvSpPr txBox="1"/>
          <p:nvPr/>
        </p:nvSpPr>
        <p:spPr>
          <a:xfrm>
            <a:off x="9106000" y="3150000"/>
            <a:ext cx="224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Un agente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Compra por ella, por SMS</a:t>
            </a: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950000" y="4650000"/>
            <a:ext cx="4850000" cy="720000"/>
          </a:xfrm>
          <a:prstGeom prst="roundRect">
            <a:avLst>
              <a:gd fmla="val 50000" name="adj"/>
            </a:avLst>
          </a:prstGeom>
          <a:solidFill>
            <a:srgbClr val="ECEEF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7"/>
          <p:cNvSpPr/>
          <p:nvPr/>
        </p:nvSpPr>
        <p:spPr>
          <a:xfrm>
            <a:off x="1070000" y="4750000"/>
            <a:ext cx="520000" cy="52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-check" id="728" name="Google Shape;72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4800" y="4874800"/>
            <a:ext cx="270400" cy="2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7"/>
          <p:cNvSpPr txBox="1"/>
          <p:nvPr/>
        </p:nvSpPr>
        <p:spPr>
          <a:xfrm>
            <a:off x="1700000" y="4650000"/>
            <a:ext cx="4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El gateway revisa cada pago: tope, categoría y PIN</a:t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6400000" y="4650000"/>
            <a:ext cx="4850000" cy="720000"/>
          </a:xfrm>
          <a:prstGeom prst="roundRect">
            <a:avLst>
              <a:gd fmla="val 50000" name="adj"/>
            </a:avLst>
          </a:prstGeom>
          <a:solidFill>
            <a:srgbClr val="ECEEF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6520000" y="4750000"/>
            <a:ext cx="520000" cy="52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nd" id="732" name="Google Shape;73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4800" y="4874800"/>
            <a:ext cx="270400" cy="2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7"/>
          <p:cNvSpPr txBox="1"/>
          <p:nvPr/>
        </p:nvSpPr>
        <p:spPr>
          <a:xfrm>
            <a:off x="7150000" y="4650000"/>
            <a:ext cx="4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O" sz="135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El dinero va directo de Juan a la tienda</a:t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5936000" y="4900000"/>
            <a:ext cx="32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8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La misma rama paga como pueda: con datos, sin señal o por SMS</a:t>
            </a:r>
            <a:endParaRPr/>
          </a:p>
        </p:txBody>
      </p:sp>
      <p:sp>
        <p:nvSpPr>
          <p:cNvPr id="740" name="Google Shape;740;p18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ASÍ SE VE</a:t>
            </a:r>
            <a:endParaRPr/>
          </a:p>
        </p:txBody>
      </p:sp>
      <p:sp>
        <p:nvSpPr>
          <p:cNvPr id="741" name="Google Shape;741;p18"/>
          <p:cNvSpPr/>
          <p:nvPr/>
        </p:nvSpPr>
        <p:spPr>
          <a:xfrm>
            <a:off x="1575112" y="1480000"/>
            <a:ext cx="1641777" cy="3390000"/>
          </a:xfrm>
          <a:prstGeom prst="roundRect">
            <a:avLst>
              <a:gd fmla="val 13000" name="adj"/>
            </a:avLst>
          </a:prstGeom>
          <a:solidFill>
            <a:srgbClr val="17171C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 datos" id="742" name="Google Shape;7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112" y="1550000"/>
            <a:ext cx="1501777" cy="3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8"/>
          <p:cNvSpPr txBox="1"/>
          <p:nvPr/>
        </p:nvSpPr>
        <p:spPr>
          <a:xfrm>
            <a:off x="796000" y="4950000"/>
            <a:ext cx="3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Con datos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Su saldo y sus formas de pagar</a:t>
            </a: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5275112" y="1480000"/>
            <a:ext cx="1641777" cy="3390000"/>
          </a:xfrm>
          <a:prstGeom prst="roundRect">
            <a:avLst>
              <a:gd fmla="val 13000" name="adj"/>
            </a:avLst>
          </a:prstGeom>
          <a:solidFill>
            <a:srgbClr val="17171C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n señal" id="745" name="Google Shape;7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5112" y="1550000"/>
            <a:ext cx="1501777" cy="3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18"/>
          <p:cNvSpPr txBox="1"/>
          <p:nvPr/>
        </p:nvSpPr>
        <p:spPr>
          <a:xfrm>
            <a:off x="4496000" y="4950000"/>
            <a:ext cx="3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Sin señal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Vale QR firmado, se verifica offline</a:t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8975112" y="1480000"/>
            <a:ext cx="1641777" cy="3390000"/>
          </a:xfrm>
          <a:prstGeom prst="roundRect">
            <a:avLst>
              <a:gd fmla="val 13000" name="adj"/>
            </a:avLst>
          </a:prstGeom>
          <a:solidFill>
            <a:srgbClr val="17171C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or SMS" id="748" name="Google Shape;7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5112" y="1550000"/>
            <a:ext cx="1501777" cy="3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8"/>
          <p:cNvSpPr txBox="1"/>
          <p:nvPr/>
        </p:nvSpPr>
        <p:spPr>
          <a:xfrm>
            <a:off x="8196000" y="4950000"/>
            <a:ext cx="3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Por SMS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Le escribe a su agente y confirma con PIN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9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Valor para quien paga, quien recibe y quien vende</a:t>
            </a:r>
            <a:endParaRPr/>
          </a:p>
        </p:txBody>
      </p:sp>
      <p:sp>
        <p:nvSpPr>
          <p:cNvPr id="755" name="Google Shape;755;p19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POR QUÉ ES IMPORTANTE</a:t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900000" y="1650000"/>
            <a:ext cx="5050000" cy="170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1080000" y="2025000"/>
            <a:ext cx="950000" cy="95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p-pin" id="758" name="Google Shape;7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000" y="2253000"/>
            <a:ext cx="494000" cy="4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19"/>
          <p:cNvSpPr txBox="1"/>
          <p:nvPr/>
        </p:nvSpPr>
        <p:spPr>
          <a:xfrm>
            <a:off x="2210000" y="1650000"/>
            <a:ext cx="359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Llega a la vereda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Paga con datos, sin señal o desde un celular de teclas</a:t>
            </a:r>
            <a:endParaRPr/>
          </a:p>
        </p:txBody>
      </p:sp>
      <p:sp>
        <p:nvSpPr>
          <p:cNvPr id="760" name="Google Shape;760;p19"/>
          <p:cNvSpPr/>
          <p:nvPr/>
        </p:nvSpPr>
        <p:spPr>
          <a:xfrm>
            <a:off x="6200000" y="1650000"/>
            <a:ext cx="5050000" cy="170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6380000" y="2025000"/>
            <a:ext cx="950000" cy="95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liders-horizontal" id="762" name="Google Shape;7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8000" y="2253000"/>
            <a:ext cx="494000" cy="4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9"/>
          <p:cNvSpPr txBox="1"/>
          <p:nvPr/>
        </p:nvSpPr>
        <p:spPr>
          <a:xfrm>
            <a:off x="7510000" y="1650000"/>
            <a:ext cx="359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Quien paga tiene el control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Topes, categorías y revocar cualquier rama al instante</a:t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900000" y="3650000"/>
            <a:ext cx="5050000" cy="170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1080000" y="4025000"/>
            <a:ext cx="950000" cy="950000"/>
          </a:xfrm>
          <a:prstGeom prst="ellipse">
            <a:avLst/>
          </a:prstGeom>
          <a:solidFill>
            <a:srgbClr val="ECEEF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" id="766" name="Google Shape;7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000" y="4253000"/>
            <a:ext cx="494000" cy="4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19"/>
          <p:cNvSpPr txBox="1"/>
          <p:nvPr/>
        </p:nvSpPr>
        <p:spPr>
          <a:xfrm>
            <a:off x="2210000" y="3650000"/>
            <a:ext cx="359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Nadie guarda el dinero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Cada pago va directo de la wallet de Juan a la tienda</a:t>
            </a:r>
            <a:endParaRPr/>
          </a:p>
        </p:txBody>
      </p:sp>
      <p:sp>
        <p:nvSpPr>
          <p:cNvPr id="768" name="Google Shape;768;p19"/>
          <p:cNvSpPr/>
          <p:nvPr/>
        </p:nvSpPr>
        <p:spPr>
          <a:xfrm>
            <a:off x="6200000" y="3650000"/>
            <a:ext cx="5050000" cy="1700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6380000" y="4025000"/>
            <a:ext cx="950000" cy="950000"/>
          </a:xfrm>
          <a:prstGeom prst="ellipse">
            <a:avLst/>
          </a:prstGeom>
          <a:solidFill>
            <a:srgbClr val="FFF0D9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" id="770" name="Google Shape;7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8000" y="4253000"/>
            <a:ext cx="494000" cy="4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19"/>
          <p:cNvSpPr txBox="1"/>
          <p:nvPr/>
        </p:nvSpPr>
        <p:spPr>
          <a:xfrm>
            <a:off x="7510000" y="3650000"/>
            <a:ext cx="359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IA con límites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El agente compra por ella, solo dentro de su rama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0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Un permiso una vez; después, cada pago es real</a:t>
            </a:r>
            <a:endParaRPr/>
          </a:p>
        </p:txBody>
      </p:sp>
      <p:sp>
        <p:nvSpPr>
          <p:cNvPr id="777" name="Google Shape;777;p20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CÓMO USAMOS OPEN PAYMENTS</a:t>
            </a:r>
            <a:endParaRPr/>
          </a:p>
        </p:txBody>
      </p:sp>
      <p:sp>
        <p:nvSpPr>
          <p:cNvPr id="778" name="Google Shape;778;p20"/>
          <p:cNvSpPr txBox="1"/>
          <p:nvPr/>
        </p:nvSpPr>
        <p:spPr>
          <a:xfrm>
            <a:off x="450000" y="178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UNA VEZ</a:t>
            </a: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3142000" y="1550000"/>
            <a:ext cx="780000" cy="78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-key" id="780" name="Google Shape;7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9200" y="173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0"/>
          <p:cNvSpPr txBox="1"/>
          <p:nvPr/>
        </p:nvSpPr>
        <p:spPr>
          <a:xfrm>
            <a:off x="2125000" y="2530000"/>
            <a:ext cx="2814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Grant GNAP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debitAmount + interval</a:t>
            </a:r>
            <a:endParaRPr/>
          </a:p>
        </p:txBody>
      </p:sp>
      <p:sp>
        <p:nvSpPr>
          <p:cNvPr id="782" name="Google Shape;782;p20"/>
          <p:cNvSpPr/>
          <p:nvPr/>
        </p:nvSpPr>
        <p:spPr>
          <a:xfrm>
            <a:off x="4974000" y="1830000"/>
            <a:ext cx="38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6406000" y="1550000"/>
            <a:ext cx="780000" cy="78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-check" id="784" name="Google Shape;7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3200" y="173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0"/>
          <p:cNvSpPr txBox="1"/>
          <p:nvPr/>
        </p:nvSpPr>
        <p:spPr>
          <a:xfrm>
            <a:off x="5389000" y="2530000"/>
            <a:ext cx="2814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Aprueba en su wallet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consentimiento interactivo</a:t>
            </a:r>
            <a:endParaRPr/>
          </a:p>
        </p:txBody>
      </p:sp>
      <p:sp>
        <p:nvSpPr>
          <p:cNvPr id="786" name="Google Shape;786;p20"/>
          <p:cNvSpPr/>
          <p:nvPr/>
        </p:nvSpPr>
        <p:spPr>
          <a:xfrm>
            <a:off x="8238000" y="1830000"/>
            <a:ext cx="38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9670000" y="1550000"/>
            <a:ext cx="780000" cy="78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-round" id="788" name="Google Shape;7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7200" y="173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0"/>
          <p:cNvSpPr txBox="1"/>
          <p:nvPr/>
        </p:nvSpPr>
        <p:spPr>
          <a:xfrm>
            <a:off x="8653000" y="2530000"/>
            <a:ext cx="2814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Mandato raíz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token con el tope</a:t>
            </a:r>
            <a:endParaRPr/>
          </a:p>
        </p:txBody>
      </p:sp>
      <p:sp>
        <p:nvSpPr>
          <p:cNvPr id="790" name="Google Shape;790;p20"/>
          <p:cNvSpPr txBox="1"/>
          <p:nvPr/>
        </p:nvSpPr>
        <p:spPr>
          <a:xfrm>
            <a:off x="450000" y="3830000"/>
            <a:ext cx="1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CADA PAGO</a:t>
            </a:r>
            <a:endParaRPr/>
          </a:p>
        </p:txBody>
      </p:sp>
      <p:sp>
        <p:nvSpPr>
          <p:cNvPr id="791" name="Google Shape;791;p20"/>
          <p:cNvSpPr/>
          <p:nvPr/>
        </p:nvSpPr>
        <p:spPr>
          <a:xfrm>
            <a:off x="2734000" y="3600000"/>
            <a:ext cx="780000" cy="78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box" id="792" name="Google Shape;7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1200" y="378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0"/>
          <p:cNvSpPr txBox="1"/>
          <p:nvPr/>
        </p:nvSpPr>
        <p:spPr>
          <a:xfrm>
            <a:off x="2125000" y="4580000"/>
            <a:ext cx="1998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Incoming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en la wallet de la tienda</a:t>
            </a:r>
            <a:endParaRPr/>
          </a:p>
        </p:txBody>
      </p:sp>
      <p:sp>
        <p:nvSpPr>
          <p:cNvPr id="794" name="Google Shape;794;p20"/>
          <p:cNvSpPr/>
          <p:nvPr/>
        </p:nvSpPr>
        <p:spPr>
          <a:xfrm>
            <a:off x="4158000" y="3880000"/>
            <a:ext cx="38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5182000" y="3600000"/>
            <a:ext cx="780000" cy="78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lculator" id="796" name="Google Shape;79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69200" y="378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20"/>
          <p:cNvSpPr txBox="1"/>
          <p:nvPr/>
        </p:nvSpPr>
        <p:spPr>
          <a:xfrm>
            <a:off x="4573000" y="4580000"/>
            <a:ext cx="1998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Quote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el débito real</a:t>
            </a:r>
            <a:endParaRPr/>
          </a:p>
        </p:txBody>
      </p:sp>
      <p:sp>
        <p:nvSpPr>
          <p:cNvPr id="798" name="Google Shape;798;p20"/>
          <p:cNvSpPr/>
          <p:nvPr/>
        </p:nvSpPr>
        <p:spPr>
          <a:xfrm>
            <a:off x="6606000" y="3880000"/>
            <a:ext cx="38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7630000" y="3600000"/>
            <a:ext cx="780000" cy="78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nd" id="800" name="Google Shape;8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7200" y="378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20"/>
          <p:cNvSpPr txBox="1"/>
          <p:nvPr/>
        </p:nvSpPr>
        <p:spPr>
          <a:xfrm>
            <a:off x="7021000" y="4580000"/>
            <a:ext cx="1998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Outgoing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con el token del titular</a:t>
            </a:r>
            <a:endParaRPr/>
          </a:p>
        </p:txBody>
      </p:sp>
      <p:sp>
        <p:nvSpPr>
          <p:cNvPr id="802" name="Google Shape;802;p20"/>
          <p:cNvSpPr/>
          <p:nvPr/>
        </p:nvSpPr>
        <p:spPr>
          <a:xfrm>
            <a:off x="9054000" y="3880000"/>
            <a:ext cx="380000" cy="2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7BEF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10078000" y="3600000"/>
            <a:ext cx="780000" cy="78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-check" id="804" name="Google Shape;80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65200" y="3787200"/>
            <a:ext cx="405600" cy="4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0"/>
          <p:cNvSpPr txBox="1"/>
          <p:nvPr/>
        </p:nvSpPr>
        <p:spPr>
          <a:xfrm>
            <a:off x="9469000" y="4580000"/>
            <a:ext cx="1998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Llegó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1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y queda en la libreta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1"/>
          <p:cNvSpPr txBox="1"/>
          <p:nvPr>
            <p:ph idx="1" type="body"/>
          </p:nvPr>
        </p:nvSpPr>
        <p:spPr>
          <a:xfrm>
            <a:off x="2295975" y="1614510"/>
            <a:ext cx="7591703" cy="2921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O"/>
              <a:t>El agente propone. El gateway decide.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2"/>
          <p:cNvSpPr txBox="1"/>
          <p:nvPr>
            <p:ph idx="1" type="body"/>
          </p:nvPr>
        </p:nvSpPr>
        <p:spPr>
          <a:xfrm>
            <a:off x="6505625" y="1006425"/>
            <a:ext cx="63657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s-CO"/>
              <a:t>DEMO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s-CO"/>
              <a:t>EN VIVO</a:t>
            </a:r>
            <a:endParaRPr/>
          </a:p>
        </p:txBody>
      </p:sp>
      <p:sp>
        <p:nvSpPr>
          <p:cNvPr id="816" name="Google Shape;816;p22"/>
          <p:cNvSpPr txBox="1"/>
          <p:nvPr/>
        </p:nvSpPr>
        <p:spPr>
          <a:xfrm>
            <a:off x="6623450" y="2821725"/>
            <a:ext cx="500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paygent.up.railway.app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CO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github.com/luisseoanes/paygent</a:t>
            </a:r>
            <a:endParaRPr/>
          </a:p>
        </p:txBody>
      </p:sp>
      <p:pic>
        <p:nvPicPr>
          <p:cNvPr id="817" name="Google Shape;8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175" y="1054550"/>
            <a:ext cx="3519875" cy="355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3"/>
          <p:cNvSpPr txBox="1"/>
          <p:nvPr>
            <p:ph idx="1" type="body"/>
          </p:nvPr>
        </p:nvSpPr>
        <p:spPr>
          <a:xfrm>
            <a:off x="271253" y="833140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s-CO"/>
              <a:t>Lo que demostramos con dinero real en la red de Interledger</a:t>
            </a:r>
            <a:endParaRPr/>
          </a:p>
        </p:txBody>
      </p:sp>
      <p:sp>
        <p:nvSpPr>
          <p:cNvPr id="823" name="Google Shape;823;p23"/>
          <p:cNvSpPr txBox="1"/>
          <p:nvPr>
            <p:ph idx="2" type="body"/>
          </p:nvPr>
        </p:nvSpPr>
        <p:spPr>
          <a:xfrm>
            <a:off x="271254" y="558655"/>
            <a:ext cx="91053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CONCLUSIONES CLAVE</a:t>
            </a:r>
            <a:endParaRPr/>
          </a:p>
        </p:txBody>
      </p:sp>
      <p:sp>
        <p:nvSpPr>
          <p:cNvPr id="824" name="Google Shape;824;p23"/>
          <p:cNvSpPr/>
          <p:nvPr/>
        </p:nvSpPr>
        <p:spPr>
          <a:xfrm>
            <a:off x="900000" y="1750000"/>
            <a:ext cx="3300000" cy="325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3"/>
          <p:cNvSpPr/>
          <p:nvPr/>
        </p:nvSpPr>
        <p:spPr>
          <a:xfrm>
            <a:off x="2000000" y="1950000"/>
            <a:ext cx="1100000" cy="1100000"/>
          </a:xfrm>
          <a:prstGeom prst="ellipse">
            <a:avLst/>
          </a:prstGeom>
          <a:solidFill>
            <a:srgbClr val="EEE6F5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lit" id="826" name="Google Shape;8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4000" y="2214000"/>
            <a:ext cx="572000" cy="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3"/>
          <p:cNvSpPr txBox="1"/>
          <p:nvPr/>
        </p:nvSpPr>
        <p:spPr>
          <a:xfrm>
            <a:off x="1100000" y="3250000"/>
            <a:ext cx="29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Delegar es seguro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Un grant se reparte en ramas sin entregar las llaves</a:t>
            </a:r>
            <a:endParaRPr/>
          </a:p>
        </p:txBody>
      </p:sp>
      <p:sp>
        <p:nvSpPr>
          <p:cNvPr id="828" name="Google Shape;828;p23"/>
          <p:cNvSpPr/>
          <p:nvPr/>
        </p:nvSpPr>
        <p:spPr>
          <a:xfrm>
            <a:off x="4450000" y="1750000"/>
            <a:ext cx="3300000" cy="325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3"/>
          <p:cNvSpPr/>
          <p:nvPr/>
        </p:nvSpPr>
        <p:spPr>
          <a:xfrm>
            <a:off x="5550000" y="1950000"/>
            <a:ext cx="1100000" cy="1100000"/>
          </a:xfrm>
          <a:prstGeom prst="ellipse">
            <a:avLst/>
          </a:prstGeom>
          <a:solidFill>
            <a:srgbClr val="DDF6F1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ifi-off" id="830" name="Google Shape;8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4000" y="2214000"/>
            <a:ext cx="572000" cy="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23"/>
          <p:cNvSpPr txBox="1"/>
          <p:nvPr/>
        </p:nvSpPr>
        <p:spPr>
          <a:xfrm>
            <a:off x="4650000" y="3250000"/>
            <a:ext cx="29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La firma viaja sin red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Un vale firmado se verifica offline y se cobra al volver la señal</a:t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8000000" y="1750000"/>
            <a:ext cx="3300000" cy="3250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228600" rotWithShape="0" algn="t" dir="5400000" dist="38100">
              <a:srgbClr val="2A1240">
                <a:alpha val="16078"/>
              </a:srgbClr>
            </a:outerShdw>
          </a:effectLst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3"/>
          <p:cNvSpPr/>
          <p:nvPr/>
        </p:nvSpPr>
        <p:spPr>
          <a:xfrm>
            <a:off x="9100000" y="1950000"/>
            <a:ext cx="1100000" cy="1100000"/>
          </a:xfrm>
          <a:prstGeom prst="ellipse">
            <a:avLst/>
          </a:prstGeom>
          <a:solidFill>
            <a:srgbClr val="ECEEFE"/>
          </a:solidFill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t" id="834" name="Google Shape;8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64000" y="2214000"/>
            <a:ext cx="572000" cy="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3"/>
          <p:cNvSpPr txBox="1"/>
          <p:nvPr/>
        </p:nvSpPr>
        <p:spPr>
          <a:xfrm>
            <a:off x="8200000" y="3250000"/>
            <a:ext cx="29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48156E"/>
                </a:solidFill>
                <a:latin typeface="Poppins"/>
                <a:ea typeface="Poppins"/>
                <a:cs typeface="Poppins"/>
                <a:sym typeface="Poppins"/>
              </a:rPr>
              <a:t>IA con reglas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5A5A66"/>
                </a:solidFill>
                <a:latin typeface="Poppins"/>
                <a:ea typeface="Poppins"/>
                <a:cs typeface="Poppins"/>
                <a:sym typeface="Poppins"/>
              </a:rPr>
              <a:t>El agente paga solo dentro de su rama; el gateway decide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4"/>
          <p:cNvSpPr txBox="1"/>
          <p:nvPr>
            <p:ph idx="1" type="body"/>
          </p:nvPr>
        </p:nvSpPr>
        <p:spPr>
          <a:xfrm>
            <a:off x="6082625" y="1010298"/>
            <a:ext cx="53292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Un permiso. Muchas manos. Cualquier señal.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1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8156E"/>
      </a:accent1>
      <a:accent2>
        <a:srgbClr val="FFB259"/>
      </a:accent2>
      <a:accent3>
        <a:srgbClr val="959FF9"/>
      </a:accent3>
      <a:accent4>
        <a:srgbClr val="7EDFC8"/>
      </a:accent4>
      <a:accent5>
        <a:srgbClr val="747474"/>
      </a:accent5>
      <a:accent6>
        <a:srgbClr val="D8D8D8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